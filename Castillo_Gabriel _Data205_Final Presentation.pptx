
<file path=[Content_Types].xml><?xml version="1.0" encoding="utf-8"?>
<Types xmlns="http://schemas.openxmlformats.org/package/2006/content-types">
  <Default Extension="img" ContentType="image/jpeg"/>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3" r:id="rId4"/>
  </p:sldMasterIdLst>
  <p:notesMasterIdLst>
    <p:notesMasterId r:id="rId18"/>
  </p:notesMasterIdLst>
  <p:handoutMasterIdLst>
    <p:handoutMasterId r:id="rId19"/>
  </p:handoutMasterIdLst>
  <p:sldIdLst>
    <p:sldId id="353" r:id="rId5"/>
    <p:sldId id="468" r:id="rId6"/>
    <p:sldId id="475" r:id="rId7"/>
    <p:sldId id="317" r:id="rId8"/>
    <p:sldId id="476" r:id="rId9"/>
    <p:sldId id="477" r:id="rId10"/>
    <p:sldId id="471" r:id="rId11"/>
    <p:sldId id="480" r:id="rId12"/>
    <p:sldId id="478" r:id="rId13"/>
    <p:sldId id="481" r:id="rId14"/>
    <p:sldId id="474" r:id="rId15"/>
    <p:sldId id="482" r:id="rId16"/>
    <p:sldId id="42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226" autoAdjust="0"/>
  </p:normalViewPr>
  <p:slideViewPr>
    <p:cSldViewPr snapToGrid="0">
      <p:cViewPr>
        <p:scale>
          <a:sx n="81" d="100"/>
          <a:sy n="81" d="100"/>
        </p:scale>
        <p:origin x="754" y="6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10" d="100"/>
        <a:sy n="110" d="100"/>
      </p:scale>
      <p:origin x="0" y="0"/>
    </p:cViewPr>
  </p:sorterViewPr>
  <p:notesViewPr>
    <p:cSldViewPr snapToGrid="0">
      <p:cViewPr varScale="1">
        <p:scale>
          <a:sx n="65" d="100"/>
          <a:sy n="65" d="100"/>
        </p:scale>
        <p:origin x="2299"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agon castillo" userId="36dd3aaf436c022a" providerId="LiveId" clId="{1DAB7ABF-822C-4A4F-8B8C-9634ECA5E844}"/>
    <pc:docChg chg="custSel delSld modSld">
      <pc:chgData name="dragon castillo" userId="36dd3aaf436c022a" providerId="LiveId" clId="{1DAB7ABF-822C-4A4F-8B8C-9634ECA5E844}" dt="2026-05-11T00:34:30.527" v="599" actId="20577"/>
      <pc:docMkLst>
        <pc:docMk/>
      </pc:docMkLst>
      <pc:sldChg chg="modSp modAnim">
        <pc:chgData name="dragon castillo" userId="36dd3aaf436c022a" providerId="LiveId" clId="{1DAB7ABF-822C-4A4F-8B8C-9634ECA5E844}" dt="2026-05-10T23:20:29.072" v="27" actId="20577"/>
        <pc:sldMkLst>
          <pc:docMk/>
          <pc:sldMk cId="3890558977" sldId="317"/>
        </pc:sldMkLst>
        <pc:spChg chg="mod">
          <ac:chgData name="dragon castillo" userId="36dd3aaf436c022a" providerId="LiveId" clId="{1DAB7ABF-822C-4A4F-8B8C-9634ECA5E844}" dt="2026-05-10T23:20:29.072" v="27" actId="20577"/>
          <ac:spMkLst>
            <pc:docMk/>
            <pc:sldMk cId="3890558977" sldId="317"/>
            <ac:spMk id="4" creationId="{C612C947-EBFD-598E-27CB-1B9D671786FE}"/>
          </ac:spMkLst>
        </pc:spChg>
      </pc:sldChg>
      <pc:sldChg chg="del">
        <pc:chgData name="dragon castillo" userId="36dd3aaf436c022a" providerId="LiveId" clId="{1DAB7ABF-822C-4A4F-8B8C-9634ECA5E844}" dt="2026-05-10T23:17:21.505" v="23" actId="47"/>
        <pc:sldMkLst>
          <pc:docMk/>
          <pc:sldMk cId="1692006388" sldId="473"/>
        </pc:sldMkLst>
      </pc:sldChg>
      <pc:sldChg chg="modSp mod">
        <pc:chgData name="dragon castillo" userId="36dd3aaf436c022a" providerId="LiveId" clId="{1DAB7ABF-822C-4A4F-8B8C-9634ECA5E844}" dt="2026-05-11T00:34:30.527" v="599" actId="20577"/>
        <pc:sldMkLst>
          <pc:docMk/>
          <pc:sldMk cId="1862072261" sldId="480"/>
        </pc:sldMkLst>
        <pc:spChg chg="mod">
          <ac:chgData name="dragon castillo" userId="36dd3aaf436c022a" providerId="LiveId" clId="{1DAB7ABF-822C-4A4F-8B8C-9634ECA5E844}" dt="2026-05-11T00:34:30.527" v="599" actId="20577"/>
          <ac:spMkLst>
            <pc:docMk/>
            <pc:sldMk cId="1862072261" sldId="480"/>
            <ac:spMk id="6" creationId="{0234D6B6-9C75-4E57-724C-4BE31637085B}"/>
          </ac:spMkLst>
        </pc:spChg>
      </pc:sldChg>
      <pc:sldChg chg="modSp mod">
        <pc:chgData name="dragon castillo" userId="36dd3aaf436c022a" providerId="LiveId" clId="{1DAB7ABF-822C-4A4F-8B8C-9634ECA5E844}" dt="2026-05-11T00:25:36.986" v="598" actId="20577"/>
        <pc:sldMkLst>
          <pc:docMk/>
          <pc:sldMk cId="2384699973" sldId="481"/>
        </pc:sldMkLst>
        <pc:spChg chg="mod">
          <ac:chgData name="dragon castillo" userId="36dd3aaf436c022a" providerId="LiveId" clId="{1DAB7ABF-822C-4A4F-8B8C-9634ECA5E844}" dt="2026-05-11T00:25:36.986" v="598" actId="20577"/>
          <ac:spMkLst>
            <pc:docMk/>
            <pc:sldMk cId="2384699973" sldId="481"/>
            <ac:spMk id="3" creationId="{5851B4DD-8B7C-2CFF-337E-46E2B0DF722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8C3B854-9BC7-48DC-8A56-DBFDDE4283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55DEFF2-EDF3-481B-9830-270AF04066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6DDD5F-6A15-4B62-9035-DFE3741A142F}" type="datetimeFigureOut">
              <a:rPr lang="en-US" smtClean="0"/>
              <a:t>5/4/2026</a:t>
            </a:fld>
            <a:endParaRPr lang="en-US" dirty="0"/>
          </a:p>
        </p:txBody>
      </p:sp>
      <p:sp>
        <p:nvSpPr>
          <p:cNvPr id="4" name="Footer Placeholder 3">
            <a:extLst>
              <a:ext uri="{FF2B5EF4-FFF2-40B4-BE49-F238E27FC236}">
                <a16:creationId xmlns:a16="http://schemas.microsoft.com/office/drawing/2014/main" id="{37B6AB74-8898-4E0C-A41C-CB0D0FACD3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4C91E6D7-E003-4673-9F29-E23A31AE5E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F145F8E-7BA9-4811-86CC-F36B279E432C}" type="slidenum">
              <a:rPr lang="en-US" smtClean="0"/>
              <a:t>‹#›</a:t>
            </a:fld>
            <a:endParaRPr lang="en-US" dirty="0"/>
          </a:p>
        </p:txBody>
      </p:sp>
    </p:spTree>
    <p:extLst>
      <p:ext uri="{BB962C8B-B14F-4D97-AF65-F5344CB8AC3E}">
        <p14:creationId xmlns:p14="http://schemas.microsoft.com/office/powerpoint/2010/main" val="35851091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572FC1-FACA-4EA1-9E3D-E317DEA47E18}" type="datetimeFigureOut">
              <a:rPr lang="en-US" smtClean="0"/>
              <a:t>5/4/2026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0E9021-4777-4007-819B-E02D230442AE}" type="slidenum">
              <a:rPr lang="en-US" smtClean="0"/>
              <a:t>‹#›</a:t>
            </a:fld>
            <a:endParaRPr lang="en-US" dirty="0"/>
          </a:p>
        </p:txBody>
      </p:sp>
    </p:spTree>
    <p:extLst>
      <p:ext uri="{BB962C8B-B14F-4D97-AF65-F5344CB8AC3E}">
        <p14:creationId xmlns:p14="http://schemas.microsoft.com/office/powerpoint/2010/main" val="3308740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51D337-7833-4516-979C-67BBF84AACD7}" type="slidenum">
              <a:rPr lang="en-US" smtClean="0"/>
              <a:t>1</a:t>
            </a:fld>
            <a:endParaRPr lang="en-US" dirty="0"/>
          </a:p>
        </p:txBody>
      </p:sp>
    </p:spTree>
    <p:extLst>
      <p:ext uri="{BB962C8B-B14F-4D97-AF65-F5344CB8AC3E}">
        <p14:creationId xmlns:p14="http://schemas.microsoft.com/office/powerpoint/2010/main" val="1210625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79775D2-86F1-4B44-8AE4-728F04104BBC}" type="slidenum">
              <a:rPr lang="en-US" smtClean="0"/>
              <a:t>2</a:t>
            </a:fld>
            <a:endParaRPr lang="en-US" dirty="0"/>
          </a:p>
        </p:txBody>
      </p:sp>
    </p:spTree>
    <p:extLst>
      <p:ext uri="{BB962C8B-B14F-4D97-AF65-F5344CB8AC3E}">
        <p14:creationId xmlns:p14="http://schemas.microsoft.com/office/powerpoint/2010/main" val="2366787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519C3-F93F-EFB5-B57B-F8F4899216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806E4D-A7F4-DF38-AF49-B2E54F81C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CCF327-281B-B406-0E19-6F0E02D331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7624EE-DFD6-ED87-4C14-5532072354B5}"/>
              </a:ext>
            </a:extLst>
          </p:cNvPr>
          <p:cNvSpPr>
            <a:spLocks noGrp="1"/>
          </p:cNvSpPr>
          <p:nvPr>
            <p:ph type="sldNum" sz="quarter" idx="5"/>
          </p:nvPr>
        </p:nvSpPr>
        <p:spPr/>
        <p:txBody>
          <a:bodyPr/>
          <a:lstStyle/>
          <a:p>
            <a:fld id="{B79775D2-86F1-4B44-8AE4-728F04104BBC}" type="slidenum">
              <a:rPr lang="en-US" smtClean="0"/>
              <a:t>3</a:t>
            </a:fld>
            <a:endParaRPr lang="en-US" dirty="0"/>
          </a:p>
        </p:txBody>
      </p:sp>
    </p:spTree>
    <p:extLst>
      <p:ext uri="{BB962C8B-B14F-4D97-AF65-F5344CB8AC3E}">
        <p14:creationId xmlns:p14="http://schemas.microsoft.com/office/powerpoint/2010/main" val="41038641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5B6D4-0FA9-1339-C767-8D604F79C4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B57062-E7F1-AA21-3B55-B70978D1CB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4AEAC0-581F-DE72-B7B7-16FE482345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2FC058-F94B-5FDB-AD4F-8E2EAF33D45B}"/>
              </a:ext>
            </a:extLst>
          </p:cNvPr>
          <p:cNvSpPr>
            <a:spLocks noGrp="1"/>
          </p:cNvSpPr>
          <p:nvPr>
            <p:ph type="sldNum" sz="quarter" idx="5"/>
          </p:nvPr>
        </p:nvSpPr>
        <p:spPr/>
        <p:txBody>
          <a:bodyPr/>
          <a:lstStyle/>
          <a:p>
            <a:fld id="{B79775D2-86F1-4B44-8AE4-728F04104BBC}" type="slidenum">
              <a:rPr lang="en-US" smtClean="0"/>
              <a:t>6</a:t>
            </a:fld>
            <a:endParaRPr lang="en-US" dirty="0"/>
          </a:p>
        </p:txBody>
      </p:sp>
    </p:spTree>
    <p:extLst>
      <p:ext uri="{BB962C8B-B14F-4D97-AF65-F5344CB8AC3E}">
        <p14:creationId xmlns:p14="http://schemas.microsoft.com/office/powerpoint/2010/main" val="4054760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31354-0D8B-A8C6-0285-4FEC0719C5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F23823-E958-6392-F44B-3188E34D8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574013-10EA-316E-3C23-42022A7224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D23BBA-E25C-3969-8FDA-2438F0B91AB7}"/>
              </a:ext>
            </a:extLst>
          </p:cNvPr>
          <p:cNvSpPr>
            <a:spLocks noGrp="1"/>
          </p:cNvSpPr>
          <p:nvPr>
            <p:ph type="sldNum" sz="quarter" idx="5"/>
          </p:nvPr>
        </p:nvSpPr>
        <p:spPr/>
        <p:txBody>
          <a:bodyPr/>
          <a:lstStyle/>
          <a:p>
            <a:fld id="{4E0E9021-4777-4007-819B-E02D230442AE}" type="slidenum">
              <a:rPr lang="en-US" smtClean="0"/>
              <a:t>7</a:t>
            </a:fld>
            <a:endParaRPr lang="en-US" dirty="0"/>
          </a:p>
        </p:txBody>
      </p:sp>
    </p:spTree>
    <p:extLst>
      <p:ext uri="{BB962C8B-B14F-4D97-AF65-F5344CB8AC3E}">
        <p14:creationId xmlns:p14="http://schemas.microsoft.com/office/powerpoint/2010/main" val="1603862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39586-B604-041F-E428-44F857865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998485-D798-6673-E7B3-6C319ABA68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393C4-C863-0330-2EFA-04E042D455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6C5672-FEC5-0583-E2D6-D759269BA0B6}"/>
              </a:ext>
            </a:extLst>
          </p:cNvPr>
          <p:cNvSpPr>
            <a:spLocks noGrp="1"/>
          </p:cNvSpPr>
          <p:nvPr>
            <p:ph type="sldNum" sz="quarter" idx="5"/>
          </p:nvPr>
        </p:nvSpPr>
        <p:spPr/>
        <p:txBody>
          <a:bodyPr/>
          <a:lstStyle/>
          <a:p>
            <a:fld id="{4E0E9021-4777-4007-819B-E02D230442AE}" type="slidenum">
              <a:rPr lang="en-US" smtClean="0"/>
              <a:t>8</a:t>
            </a:fld>
            <a:endParaRPr lang="en-US" dirty="0"/>
          </a:p>
        </p:txBody>
      </p:sp>
    </p:spTree>
    <p:extLst>
      <p:ext uri="{BB962C8B-B14F-4D97-AF65-F5344CB8AC3E}">
        <p14:creationId xmlns:p14="http://schemas.microsoft.com/office/powerpoint/2010/main" val="542610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665BBB-BF09-40E2-B456-C18A0E7489D3}" type="slidenum">
              <a:rPr lang="en-US" smtClean="0"/>
              <a:t>13</a:t>
            </a:fld>
            <a:endParaRPr lang="en-US" dirty="0"/>
          </a:p>
        </p:txBody>
      </p:sp>
    </p:spTree>
    <p:extLst>
      <p:ext uri="{BB962C8B-B14F-4D97-AF65-F5344CB8AC3E}">
        <p14:creationId xmlns:p14="http://schemas.microsoft.com/office/powerpoint/2010/main" val="15880225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Sunday, January 31, 20XX</a:t>
            </a:r>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3510913860"/>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Sunday, January 31, 20XX</a:t>
            </a:r>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3587602743"/>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Sunday, January 31, 20XX</a:t>
            </a:r>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1230948162"/>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Sunday, January 31, 20XX</a:t>
            </a:r>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3806865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Sunday, January 31, 20XX</a:t>
            </a:r>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1621B6DD-29C1-4FEA-923F-71EA1347694C}" type="slidenum">
              <a:rPr lang="en-US" smtClean="0"/>
              <a:pPr/>
              <a:t>‹#›</a:t>
            </a:fld>
            <a:endParaRPr lang="en-US" dirty="0"/>
          </a:p>
        </p:txBody>
      </p:sp>
      <p:sp>
        <p:nvSpPr>
          <p:cNvPr id="10" name="Freeform: Shape 9">
            <a:extLst>
              <a:ext uri="{FF2B5EF4-FFF2-40B4-BE49-F238E27FC236}">
                <a16:creationId xmlns:a16="http://schemas.microsoft.com/office/drawing/2014/main" id="{335B6659-2593-2F27-7B9B-A7735B0DB15A}"/>
              </a:ext>
              <a:ext uri="{C183D7F6-B498-43B3-948B-1728B52AA6E4}">
                <adec:decorative xmlns:adec="http://schemas.microsoft.com/office/drawing/2017/decorative" val="1"/>
              </a:ext>
            </a:extLst>
          </p:cNvPr>
          <p:cNvSpPr/>
          <p:nvPr userDrawn="1"/>
        </p:nvSpPr>
        <p:spPr>
          <a:xfrm>
            <a:off x="10654049" y="0"/>
            <a:ext cx="1294670" cy="1177964"/>
          </a:xfrm>
          <a:custGeom>
            <a:avLst/>
            <a:gdLst>
              <a:gd name="connsiteX0" fmla="*/ 340983 w 1294670"/>
              <a:gd name="connsiteY0" fmla="*/ 0 h 1177964"/>
              <a:gd name="connsiteX1" fmla="*/ 634632 w 1294670"/>
              <a:gd name="connsiteY1" fmla="*/ 0 h 1177964"/>
              <a:gd name="connsiteX2" fmla="*/ 655133 w 1294670"/>
              <a:gd name="connsiteY2" fmla="*/ 56263 h 1177964"/>
              <a:gd name="connsiteX3" fmla="*/ 710099 w 1294670"/>
              <a:gd name="connsiteY3" fmla="*/ 207115 h 1177964"/>
              <a:gd name="connsiteX4" fmla="*/ 768893 w 1294670"/>
              <a:gd name="connsiteY4" fmla="*/ 100714 h 1177964"/>
              <a:gd name="connsiteX5" fmla="*/ 828133 w 1294670"/>
              <a:gd name="connsiteY5" fmla="*/ 21297 h 1177964"/>
              <a:gd name="connsiteX6" fmla="*/ 846479 w 1294670"/>
              <a:gd name="connsiteY6" fmla="*/ 0 h 1177964"/>
              <a:gd name="connsiteX7" fmla="*/ 1083221 w 1294670"/>
              <a:gd name="connsiteY7" fmla="*/ 0 h 1177964"/>
              <a:gd name="connsiteX8" fmla="*/ 1100895 w 1294670"/>
              <a:gd name="connsiteY8" fmla="*/ 22676 h 1177964"/>
              <a:gd name="connsiteX9" fmla="*/ 1125070 w 1294670"/>
              <a:gd name="connsiteY9" fmla="*/ 79598 h 1177964"/>
              <a:gd name="connsiteX10" fmla="*/ 1113960 w 1294670"/>
              <a:gd name="connsiteY10" fmla="*/ 150493 h 1177964"/>
              <a:gd name="connsiteX11" fmla="*/ 937142 w 1294670"/>
              <a:gd name="connsiteY11" fmla="*/ 417624 h 1177964"/>
              <a:gd name="connsiteX12" fmla="*/ 1119777 w 1294670"/>
              <a:gd name="connsiteY12" fmla="*/ 426046 h 1177964"/>
              <a:gd name="connsiteX13" fmla="*/ 1246385 w 1294670"/>
              <a:gd name="connsiteY13" fmla="*/ 451904 h 1177964"/>
              <a:gd name="connsiteX14" fmla="*/ 1288101 w 1294670"/>
              <a:gd name="connsiteY14" fmla="*/ 542252 h 1177964"/>
              <a:gd name="connsiteX15" fmla="*/ 1287905 w 1294670"/>
              <a:gd name="connsiteY15" fmla="*/ 658697 h 1177964"/>
              <a:gd name="connsiteX16" fmla="*/ 1208787 w 1294670"/>
              <a:gd name="connsiteY16" fmla="*/ 713777 h 1177964"/>
              <a:gd name="connsiteX17" fmla="*/ 1158531 w 1294670"/>
              <a:gd name="connsiteY17" fmla="*/ 721803 h 1177964"/>
              <a:gd name="connsiteX18" fmla="*/ 1017492 w 1294670"/>
              <a:gd name="connsiteY18" fmla="*/ 719471 h 1177964"/>
              <a:gd name="connsiteX19" fmla="*/ 877520 w 1294670"/>
              <a:gd name="connsiteY19" fmla="*/ 704842 h 1177964"/>
              <a:gd name="connsiteX20" fmla="*/ 946956 w 1294670"/>
              <a:gd name="connsiteY20" fmla="*/ 961139 h 1177964"/>
              <a:gd name="connsiteX21" fmla="*/ 946445 w 1294670"/>
              <a:gd name="connsiteY21" fmla="*/ 1109769 h 1177964"/>
              <a:gd name="connsiteX22" fmla="*/ 856848 w 1294670"/>
              <a:gd name="connsiteY22" fmla="*/ 1171373 h 1177964"/>
              <a:gd name="connsiteX23" fmla="*/ 760291 w 1294670"/>
              <a:gd name="connsiteY23" fmla="*/ 1170424 h 1177964"/>
              <a:gd name="connsiteX24" fmla="*/ 683819 w 1294670"/>
              <a:gd name="connsiteY24" fmla="*/ 1052279 h 1177964"/>
              <a:gd name="connsiteX25" fmla="*/ 588285 w 1294670"/>
              <a:gd name="connsiteY25" fmla="*/ 754070 h 1177964"/>
              <a:gd name="connsiteX26" fmla="*/ 450492 w 1294670"/>
              <a:gd name="connsiteY26" fmla="*/ 999811 h 1177964"/>
              <a:gd name="connsiteX27" fmla="*/ 344329 w 1294670"/>
              <a:gd name="connsiteY27" fmla="*/ 1109535 h 1177964"/>
              <a:gd name="connsiteX28" fmla="*/ 278138 w 1294670"/>
              <a:gd name="connsiteY28" fmla="*/ 1101311 h 1177964"/>
              <a:gd name="connsiteX29" fmla="*/ 218037 w 1294670"/>
              <a:gd name="connsiteY29" fmla="*/ 1051491 h 1177964"/>
              <a:gd name="connsiteX30" fmla="*/ 200283 w 1294670"/>
              <a:gd name="connsiteY30" fmla="*/ 1027648 h 1177964"/>
              <a:gd name="connsiteX31" fmla="*/ 178891 w 1294670"/>
              <a:gd name="connsiteY31" fmla="*/ 988622 h 1177964"/>
              <a:gd name="connsiteX32" fmla="*/ 191068 w 1294670"/>
              <a:gd name="connsiteY32" fmla="*/ 905431 h 1177964"/>
              <a:gd name="connsiteX33" fmla="*/ 287701 w 1294670"/>
              <a:gd name="connsiteY33" fmla="*/ 705675 h 1177964"/>
              <a:gd name="connsiteX34" fmla="*/ 379748 w 1294670"/>
              <a:gd name="connsiteY34" fmla="*/ 587292 h 1177964"/>
              <a:gd name="connsiteX35" fmla="*/ 262551 w 1294670"/>
              <a:gd name="connsiteY35" fmla="*/ 567207 h 1177964"/>
              <a:gd name="connsiteX36" fmla="*/ 117122 w 1294670"/>
              <a:gd name="connsiteY36" fmla="*/ 529803 h 1177964"/>
              <a:gd name="connsiteX37" fmla="*/ 37132 w 1294670"/>
              <a:gd name="connsiteY37" fmla="*/ 480734 h 1177964"/>
              <a:gd name="connsiteX38" fmla="*/ 7397 w 1294670"/>
              <a:gd name="connsiteY38" fmla="*/ 423639 h 1177964"/>
              <a:gd name="connsiteX39" fmla="*/ 5458 w 1294670"/>
              <a:gd name="connsiteY39" fmla="*/ 331788 h 1177964"/>
              <a:gd name="connsiteX40" fmla="*/ 99324 w 1294670"/>
              <a:gd name="connsiteY40" fmla="*/ 220997 h 1177964"/>
              <a:gd name="connsiteX41" fmla="*/ 183584 w 1294670"/>
              <a:gd name="connsiteY41" fmla="*/ 220878 h 1177964"/>
              <a:gd name="connsiteX42" fmla="*/ 425254 w 1294670"/>
              <a:gd name="connsiteY42" fmla="*/ 291416 h 1177964"/>
              <a:gd name="connsiteX43" fmla="*/ 368986 w 1294670"/>
              <a:gd name="connsiteY43" fmla="*/ 140334 h 1177964"/>
              <a:gd name="connsiteX44" fmla="*/ 359891 w 1294670"/>
              <a:gd name="connsiteY44" fmla="*/ 102376 h 1177964"/>
              <a:gd name="connsiteX45" fmla="*/ 349729 w 1294670"/>
              <a:gd name="connsiteY45" fmla="*/ 76715 h 1177964"/>
              <a:gd name="connsiteX46" fmla="*/ 340401 w 1294670"/>
              <a:gd name="connsiteY46" fmla="*/ 2187 h 1177964"/>
              <a:gd name="connsiteX47" fmla="*/ 340983 w 1294670"/>
              <a:gd name="connsiteY47" fmla="*/ 0 h 1177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94670" h="1177964">
                <a:moveTo>
                  <a:pt x="340983" y="0"/>
                </a:moveTo>
                <a:lnTo>
                  <a:pt x="634632" y="0"/>
                </a:lnTo>
                <a:lnTo>
                  <a:pt x="655133" y="56263"/>
                </a:lnTo>
                <a:cubicBezTo>
                  <a:pt x="710099" y="207115"/>
                  <a:pt x="710099" y="207115"/>
                  <a:pt x="710099" y="207115"/>
                </a:cubicBezTo>
                <a:cubicBezTo>
                  <a:pt x="734257" y="157177"/>
                  <a:pt x="731371" y="161882"/>
                  <a:pt x="768893" y="100714"/>
                </a:cubicBezTo>
                <a:cubicBezTo>
                  <a:pt x="791451" y="69220"/>
                  <a:pt x="811121" y="42432"/>
                  <a:pt x="828133" y="21297"/>
                </a:cubicBezTo>
                <a:lnTo>
                  <a:pt x="846479" y="0"/>
                </a:lnTo>
                <a:lnTo>
                  <a:pt x="1083221" y="0"/>
                </a:lnTo>
                <a:lnTo>
                  <a:pt x="1100895" y="22676"/>
                </a:lnTo>
                <a:cubicBezTo>
                  <a:pt x="1112901" y="41373"/>
                  <a:pt x="1120523" y="60619"/>
                  <a:pt x="1125070" y="79598"/>
                </a:cubicBezTo>
                <a:cubicBezTo>
                  <a:pt x="1132346" y="109964"/>
                  <a:pt x="1128392" y="126966"/>
                  <a:pt x="1113960" y="150493"/>
                </a:cubicBezTo>
                <a:cubicBezTo>
                  <a:pt x="937142" y="417624"/>
                  <a:pt x="937142" y="417624"/>
                  <a:pt x="937142" y="417624"/>
                </a:cubicBezTo>
                <a:cubicBezTo>
                  <a:pt x="1119777" y="426046"/>
                  <a:pt x="1119777" y="426046"/>
                  <a:pt x="1119777" y="426046"/>
                </a:cubicBezTo>
                <a:cubicBezTo>
                  <a:pt x="1182329" y="419086"/>
                  <a:pt x="1221039" y="429881"/>
                  <a:pt x="1246385" y="451904"/>
                </a:cubicBezTo>
                <a:cubicBezTo>
                  <a:pt x="1271730" y="473928"/>
                  <a:pt x="1283712" y="507181"/>
                  <a:pt x="1288101" y="542252"/>
                </a:cubicBezTo>
                <a:cubicBezTo>
                  <a:pt x="1296129" y="592508"/>
                  <a:pt x="1297632" y="632285"/>
                  <a:pt x="1287905" y="658697"/>
                </a:cubicBezTo>
                <a:cubicBezTo>
                  <a:pt x="1278179" y="685110"/>
                  <a:pt x="1254337" y="702863"/>
                  <a:pt x="1208787" y="713777"/>
                </a:cubicBezTo>
                <a:cubicBezTo>
                  <a:pt x="1186012" y="719233"/>
                  <a:pt x="1170828" y="722871"/>
                  <a:pt x="1158531" y="721803"/>
                </a:cubicBezTo>
                <a:cubicBezTo>
                  <a:pt x="1131051" y="724374"/>
                  <a:pt x="1120573" y="730898"/>
                  <a:pt x="1017492" y="719471"/>
                </a:cubicBezTo>
                <a:cubicBezTo>
                  <a:pt x="906819" y="709863"/>
                  <a:pt x="928527" y="716704"/>
                  <a:pt x="877520" y="704842"/>
                </a:cubicBezTo>
                <a:cubicBezTo>
                  <a:pt x="946956" y="961139"/>
                  <a:pt x="946956" y="961139"/>
                  <a:pt x="946956" y="961139"/>
                </a:cubicBezTo>
                <a:cubicBezTo>
                  <a:pt x="963327" y="1029464"/>
                  <a:pt x="966649" y="1076832"/>
                  <a:pt x="946445" y="1109769"/>
                </a:cubicBezTo>
                <a:cubicBezTo>
                  <a:pt x="933832" y="1140887"/>
                  <a:pt x="899512" y="1165165"/>
                  <a:pt x="856848" y="1171373"/>
                </a:cubicBezTo>
                <a:cubicBezTo>
                  <a:pt x="818890" y="1180467"/>
                  <a:pt x="786704" y="1180151"/>
                  <a:pt x="760291" y="1170424"/>
                </a:cubicBezTo>
                <a:cubicBezTo>
                  <a:pt x="736764" y="1155992"/>
                  <a:pt x="707781" y="1118785"/>
                  <a:pt x="683819" y="1052279"/>
                </a:cubicBezTo>
                <a:cubicBezTo>
                  <a:pt x="588285" y="754070"/>
                  <a:pt x="588285" y="754070"/>
                  <a:pt x="588285" y="754070"/>
                </a:cubicBezTo>
                <a:cubicBezTo>
                  <a:pt x="450492" y="999811"/>
                  <a:pt x="450492" y="999811"/>
                  <a:pt x="450492" y="999811"/>
                </a:cubicBezTo>
                <a:cubicBezTo>
                  <a:pt x="425266" y="1062047"/>
                  <a:pt x="389879" y="1098621"/>
                  <a:pt x="344329" y="1109535"/>
                </a:cubicBezTo>
                <a:cubicBezTo>
                  <a:pt x="321554" y="1114991"/>
                  <a:pt x="296960" y="1112856"/>
                  <a:pt x="278138" y="1101311"/>
                </a:cubicBezTo>
                <a:cubicBezTo>
                  <a:pt x="251726" y="1091584"/>
                  <a:pt x="235791" y="1075333"/>
                  <a:pt x="218037" y="1051491"/>
                </a:cubicBezTo>
                <a:cubicBezTo>
                  <a:pt x="213331" y="1048604"/>
                  <a:pt x="206807" y="1038126"/>
                  <a:pt x="200283" y="1027648"/>
                </a:cubicBezTo>
                <a:cubicBezTo>
                  <a:pt x="189053" y="1014284"/>
                  <a:pt x="177824" y="1000919"/>
                  <a:pt x="178891" y="988622"/>
                </a:cubicBezTo>
                <a:cubicBezTo>
                  <a:pt x="170548" y="970553"/>
                  <a:pt x="175569" y="941254"/>
                  <a:pt x="191068" y="905431"/>
                </a:cubicBezTo>
                <a:cubicBezTo>
                  <a:pt x="198976" y="871426"/>
                  <a:pt x="234679" y="802666"/>
                  <a:pt x="287701" y="705675"/>
                </a:cubicBezTo>
                <a:cubicBezTo>
                  <a:pt x="317632" y="646326"/>
                  <a:pt x="376862" y="591998"/>
                  <a:pt x="379748" y="587292"/>
                </a:cubicBezTo>
                <a:cubicBezTo>
                  <a:pt x="362746" y="583338"/>
                  <a:pt x="304147" y="573296"/>
                  <a:pt x="262551" y="567207"/>
                </a:cubicBezTo>
                <a:cubicBezTo>
                  <a:pt x="248435" y="558548"/>
                  <a:pt x="186950" y="553210"/>
                  <a:pt x="117122" y="529803"/>
                </a:cubicBezTo>
                <a:cubicBezTo>
                  <a:pt x="51999" y="509282"/>
                  <a:pt x="74774" y="503825"/>
                  <a:pt x="37132" y="480734"/>
                </a:cubicBezTo>
                <a:cubicBezTo>
                  <a:pt x="23016" y="472075"/>
                  <a:pt x="14673" y="454005"/>
                  <a:pt x="7397" y="423639"/>
                </a:cubicBezTo>
                <a:cubicBezTo>
                  <a:pt x="-4584" y="390386"/>
                  <a:pt x="437" y="361087"/>
                  <a:pt x="5458" y="331788"/>
                </a:cubicBezTo>
                <a:cubicBezTo>
                  <a:pt x="12614" y="277895"/>
                  <a:pt x="46182" y="233729"/>
                  <a:pt x="99324" y="220997"/>
                </a:cubicBezTo>
                <a:cubicBezTo>
                  <a:pt x="122099" y="215540"/>
                  <a:pt x="146693" y="217675"/>
                  <a:pt x="183584" y="220878"/>
                </a:cubicBezTo>
                <a:cubicBezTo>
                  <a:pt x="312762" y="274216"/>
                  <a:pt x="310943" y="266625"/>
                  <a:pt x="425254" y="291416"/>
                </a:cubicBezTo>
                <a:cubicBezTo>
                  <a:pt x="368986" y="140334"/>
                  <a:pt x="368986" y="140334"/>
                  <a:pt x="368986" y="140334"/>
                </a:cubicBezTo>
                <a:cubicBezTo>
                  <a:pt x="370053" y="128037"/>
                  <a:pt x="366415" y="112854"/>
                  <a:pt x="359891" y="102376"/>
                </a:cubicBezTo>
                <a:cubicBezTo>
                  <a:pt x="358072" y="94784"/>
                  <a:pt x="351548" y="84306"/>
                  <a:pt x="349729" y="76715"/>
                </a:cubicBezTo>
                <a:cubicBezTo>
                  <a:pt x="342453" y="46349"/>
                  <a:pt x="339615" y="21943"/>
                  <a:pt x="340401" y="2187"/>
                </a:cubicBezTo>
                <a:lnTo>
                  <a:pt x="340983"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974955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Sunday, January 31, 20XX</a:t>
            </a:r>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4144579155"/>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5/10/2026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68084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Sunday, January 31, 20XX</a:t>
            </a:r>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94598313"/>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Sunday, January 31, 20XX</a:t>
            </a:r>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3156260595"/>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Sunday, January 31, 20XX</a:t>
            </a:r>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850648189"/>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Sunday, January 31, 20XX</a:t>
            </a:r>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2319199074"/>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Sunday, January 31, 20XX</a:t>
            </a:r>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1621B6DD-29C1-4FEA-923F-71EA1347694C}" type="slidenum">
              <a:rPr lang="en-US" smtClean="0"/>
              <a:pPr/>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324315881"/>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Sunday, January 31, 20XX</a:t>
            </a:r>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3382597737"/>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r>
              <a:rPr lang="en-US"/>
              <a:t>Sunday, January 31, 20XX</a:t>
            </a:r>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1118878834"/>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r>
              <a:rPr lang="en-US"/>
              <a:t>Sunday, January 31, 20XX</a:t>
            </a:r>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3317036657"/>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Sunday, January 31, 20XX</a:t>
            </a:r>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3900489970"/>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Sunday, January 31, 20XX</a:t>
            </a:r>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1490577824"/>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Title">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A6AB8-1A22-4B94-B531-20135A62A88D}"/>
              </a:ext>
            </a:extLst>
          </p:cNvPr>
          <p:cNvSpPr>
            <a:spLocks noGrp="1"/>
          </p:cNvSpPr>
          <p:nvPr>
            <p:ph type="title"/>
          </p:nvPr>
        </p:nvSpPr>
        <p:spPr>
          <a:xfrm>
            <a:off x="6480174" y="728662"/>
            <a:ext cx="5014913" cy="2776536"/>
          </a:xfrm>
        </p:spPr>
        <p:txBody>
          <a:bodyPr anchor="b">
            <a:normAutofit/>
          </a:bodyPr>
          <a:lstStyle>
            <a:lvl1pPr algn="ctr">
              <a:defRPr sz="5600"/>
            </a:lvl1pPr>
          </a:lstStyle>
          <a:p>
            <a:r>
              <a:rPr lang="en-US"/>
              <a:t>Click to edit Master title style</a:t>
            </a:r>
            <a:endParaRPr lang="en-US" dirty="0"/>
          </a:p>
        </p:txBody>
      </p:sp>
      <p:sp>
        <p:nvSpPr>
          <p:cNvPr id="6" name="Picture Placeholder 5">
            <a:extLst>
              <a:ext uri="{FF2B5EF4-FFF2-40B4-BE49-F238E27FC236}">
                <a16:creationId xmlns:a16="http://schemas.microsoft.com/office/drawing/2014/main" id="{17085CCA-A46A-45CC-AA3F-387D8311942D}"/>
              </a:ext>
            </a:extLst>
          </p:cNvPr>
          <p:cNvSpPr>
            <a:spLocks noGrp="1"/>
          </p:cNvSpPr>
          <p:nvPr>
            <p:ph type="pic" sz="quarter" idx="10"/>
          </p:nvPr>
        </p:nvSpPr>
        <p:spPr>
          <a:xfrm>
            <a:off x="1" y="0"/>
            <a:ext cx="5662934" cy="6858000"/>
          </a:xfrm>
          <a:custGeom>
            <a:avLst/>
            <a:gdLst>
              <a:gd name="connsiteX0" fmla="*/ 0 w 5662934"/>
              <a:gd name="connsiteY0" fmla="*/ 0 h 6858000"/>
              <a:gd name="connsiteX1" fmla="*/ 5064602 w 5662934"/>
              <a:gd name="connsiteY1" fmla="*/ 0 h 6858000"/>
              <a:gd name="connsiteX2" fmla="*/ 4889880 w 5662934"/>
              <a:gd name="connsiteY2" fmla="*/ 279455 h 6858000"/>
              <a:gd name="connsiteX3" fmla="*/ 4743094 w 5662934"/>
              <a:gd name="connsiteY3" fmla="*/ 566397 h 6858000"/>
              <a:gd name="connsiteX4" fmla="*/ 4685321 w 5662934"/>
              <a:gd name="connsiteY4" fmla="*/ 704608 h 6858000"/>
              <a:gd name="connsiteX5" fmla="*/ 4680898 w 5662934"/>
              <a:gd name="connsiteY5" fmla="*/ 692471 h 6858000"/>
              <a:gd name="connsiteX6" fmla="*/ 4558808 w 5662934"/>
              <a:gd name="connsiteY6" fmla="*/ 561315 h 6858000"/>
              <a:gd name="connsiteX7" fmla="*/ 4422430 w 5662934"/>
              <a:gd name="connsiteY7" fmla="*/ 545170 h 6858000"/>
              <a:gd name="connsiteX8" fmla="*/ 4343282 w 5662934"/>
              <a:gd name="connsiteY8" fmla="*/ 564133 h 6858000"/>
              <a:gd name="connsiteX9" fmla="*/ 4202646 w 5662934"/>
              <a:gd name="connsiteY9" fmla="*/ 646647 h 6858000"/>
              <a:gd name="connsiteX10" fmla="*/ 4197290 w 5662934"/>
              <a:gd name="connsiteY10" fmla="*/ 857157 h 6858000"/>
              <a:gd name="connsiteX11" fmla="*/ 4214948 w 5662934"/>
              <a:gd name="connsiteY11" fmla="*/ 901746 h 6858000"/>
              <a:gd name="connsiteX12" fmla="*/ 4230751 w 5662934"/>
              <a:gd name="connsiteY12" fmla="*/ 967701 h 6858000"/>
              <a:gd name="connsiteX13" fmla="*/ 4328522 w 5662934"/>
              <a:gd name="connsiteY13" fmla="*/ 1230219 h 6858000"/>
              <a:gd name="connsiteX14" fmla="*/ 3908598 w 5662934"/>
              <a:gd name="connsiteY14" fmla="*/ 1107653 h 6858000"/>
              <a:gd name="connsiteX15" fmla="*/ 3762188 w 5662934"/>
              <a:gd name="connsiteY15" fmla="*/ 1107860 h 6858000"/>
              <a:gd name="connsiteX16" fmla="*/ 3599087 w 5662934"/>
              <a:gd name="connsiteY16" fmla="*/ 1300369 h 6858000"/>
              <a:gd name="connsiteX17" fmla="*/ 3602456 w 5662934"/>
              <a:gd name="connsiteY17" fmla="*/ 1459969 h 6858000"/>
              <a:gd name="connsiteX18" fmla="*/ 3654124 w 5662934"/>
              <a:gd name="connsiteY18" fmla="*/ 1559177 h 6858000"/>
              <a:gd name="connsiteX19" fmla="*/ 3793114 w 5662934"/>
              <a:gd name="connsiteY19" fmla="*/ 1644439 h 6858000"/>
              <a:gd name="connsiteX20" fmla="*/ 4045810 w 5662934"/>
              <a:gd name="connsiteY20" fmla="*/ 1709432 h 6858000"/>
              <a:gd name="connsiteX21" fmla="*/ 4249451 w 5662934"/>
              <a:gd name="connsiteY21" fmla="*/ 1744332 h 6858000"/>
              <a:gd name="connsiteX22" fmla="*/ 4089510 w 5662934"/>
              <a:gd name="connsiteY22" fmla="*/ 1950033 h 6858000"/>
              <a:gd name="connsiteX23" fmla="*/ 3921602 w 5662934"/>
              <a:gd name="connsiteY23" fmla="*/ 2297127 h 6858000"/>
              <a:gd name="connsiteX24" fmla="*/ 3900443 w 5662934"/>
              <a:gd name="connsiteY24" fmla="*/ 2441680 h 6858000"/>
              <a:gd name="connsiteX25" fmla="*/ 3937614 w 5662934"/>
              <a:gd name="connsiteY25" fmla="*/ 2509491 h 6858000"/>
              <a:gd name="connsiteX26" fmla="*/ 3968463 w 5662934"/>
              <a:gd name="connsiteY26" fmla="*/ 2550919 h 6858000"/>
              <a:gd name="connsiteX27" fmla="*/ 4072895 w 5662934"/>
              <a:gd name="connsiteY27" fmla="*/ 2637486 h 6858000"/>
              <a:gd name="connsiteX28" fmla="*/ 4187906 w 5662934"/>
              <a:gd name="connsiteY28" fmla="*/ 2651776 h 6858000"/>
              <a:gd name="connsiteX29" fmla="*/ 4243956 w 5662934"/>
              <a:gd name="connsiteY29" fmla="*/ 2629194 h 6858000"/>
              <a:gd name="connsiteX30" fmla="*/ 4277165 w 5662934"/>
              <a:gd name="connsiteY30" fmla="*/ 2602787 h 6858000"/>
              <a:gd name="connsiteX31" fmla="*/ 4273379 w 5662934"/>
              <a:gd name="connsiteY31" fmla="*/ 2653248 h 6858000"/>
              <a:gd name="connsiteX32" fmla="*/ 4263593 w 5662934"/>
              <a:gd name="connsiteY32" fmla="*/ 3061922 h 6858000"/>
              <a:gd name="connsiteX33" fmla="*/ 4445372 w 5662934"/>
              <a:gd name="connsiteY33" fmla="*/ 4515619 h 6858000"/>
              <a:gd name="connsiteX34" fmla="*/ 4990710 w 5662934"/>
              <a:gd name="connsiteY34" fmla="*/ 5969316 h 6858000"/>
              <a:gd name="connsiteX35" fmla="*/ 5583977 w 5662934"/>
              <a:gd name="connsiteY35" fmla="*/ 6777438 h 6858000"/>
              <a:gd name="connsiteX36" fmla="*/ 5662934 w 5662934"/>
              <a:gd name="connsiteY36" fmla="*/ 6858000 h 6858000"/>
              <a:gd name="connsiteX37" fmla="*/ 0 w 5662934"/>
              <a:gd name="connsiteY3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662934" h="6858000">
                <a:moveTo>
                  <a:pt x="0" y="0"/>
                </a:moveTo>
                <a:lnTo>
                  <a:pt x="5064602" y="0"/>
                </a:lnTo>
                <a:lnTo>
                  <a:pt x="4889880" y="279455"/>
                </a:lnTo>
                <a:cubicBezTo>
                  <a:pt x="4837690" y="372204"/>
                  <a:pt x="4788761" y="467851"/>
                  <a:pt x="4743094" y="566397"/>
                </a:cubicBezTo>
                <a:lnTo>
                  <a:pt x="4685321" y="704608"/>
                </a:lnTo>
                <a:lnTo>
                  <a:pt x="4680898" y="692471"/>
                </a:lnTo>
                <a:cubicBezTo>
                  <a:pt x="4651904" y="629675"/>
                  <a:pt x="4612879" y="583232"/>
                  <a:pt x="4558808" y="561315"/>
                </a:cubicBezTo>
                <a:cubicBezTo>
                  <a:pt x="4504738" y="539399"/>
                  <a:pt x="4462003" y="535689"/>
                  <a:pt x="4422430" y="545170"/>
                </a:cubicBezTo>
                <a:cubicBezTo>
                  <a:pt x="4369665" y="557812"/>
                  <a:pt x="4351458" y="569149"/>
                  <a:pt x="4343282" y="564133"/>
                </a:cubicBezTo>
                <a:cubicBezTo>
                  <a:pt x="4277326" y="579935"/>
                  <a:pt x="4235898" y="610784"/>
                  <a:pt x="4202646" y="646647"/>
                </a:cubicBezTo>
                <a:cubicBezTo>
                  <a:pt x="4177569" y="687526"/>
                  <a:pt x="4172005" y="751627"/>
                  <a:pt x="4197290" y="857157"/>
                </a:cubicBezTo>
                <a:cubicBezTo>
                  <a:pt x="4200451" y="870348"/>
                  <a:pt x="4211787" y="888554"/>
                  <a:pt x="4214948" y="901746"/>
                </a:cubicBezTo>
                <a:cubicBezTo>
                  <a:pt x="4226284" y="919952"/>
                  <a:pt x="4232606" y="946334"/>
                  <a:pt x="4230751" y="967701"/>
                </a:cubicBezTo>
                <a:cubicBezTo>
                  <a:pt x="4230751" y="967701"/>
                  <a:pt x="4230751" y="967701"/>
                  <a:pt x="4328522" y="1230219"/>
                </a:cubicBezTo>
                <a:cubicBezTo>
                  <a:pt x="4129896" y="1187143"/>
                  <a:pt x="4133057" y="1200334"/>
                  <a:pt x="3908598" y="1107653"/>
                </a:cubicBezTo>
                <a:cubicBezTo>
                  <a:pt x="3844496" y="1102088"/>
                  <a:pt x="3801762" y="1098379"/>
                  <a:pt x="3762188" y="1107860"/>
                </a:cubicBezTo>
                <a:cubicBezTo>
                  <a:pt x="3669850" y="1129983"/>
                  <a:pt x="3611521" y="1206726"/>
                  <a:pt x="3599087" y="1300369"/>
                </a:cubicBezTo>
                <a:cubicBezTo>
                  <a:pt x="3590362" y="1351279"/>
                  <a:pt x="3581638" y="1402189"/>
                  <a:pt x="3602456" y="1459969"/>
                </a:cubicBezTo>
                <a:cubicBezTo>
                  <a:pt x="3615099" y="1512734"/>
                  <a:pt x="3629596" y="1544131"/>
                  <a:pt x="3654124" y="1559177"/>
                </a:cubicBezTo>
                <a:cubicBezTo>
                  <a:pt x="3719531" y="1599300"/>
                  <a:pt x="3679957" y="1608782"/>
                  <a:pt x="3793114" y="1644439"/>
                </a:cubicBezTo>
                <a:cubicBezTo>
                  <a:pt x="3914447" y="1685111"/>
                  <a:pt x="4021283" y="1694386"/>
                  <a:pt x="4045810" y="1709432"/>
                </a:cubicBezTo>
                <a:cubicBezTo>
                  <a:pt x="4118088" y="1720012"/>
                  <a:pt x="4219908" y="1737462"/>
                  <a:pt x="4249451" y="1744332"/>
                </a:cubicBezTo>
                <a:cubicBezTo>
                  <a:pt x="4244436" y="1752508"/>
                  <a:pt x="4141518" y="1846908"/>
                  <a:pt x="4089510" y="1950033"/>
                </a:cubicBezTo>
                <a:cubicBezTo>
                  <a:pt x="3997380" y="2118564"/>
                  <a:pt x="3935342" y="2238041"/>
                  <a:pt x="3921602" y="2297127"/>
                </a:cubicBezTo>
                <a:cubicBezTo>
                  <a:pt x="3894671" y="2359373"/>
                  <a:pt x="3885946" y="2410283"/>
                  <a:pt x="3900443" y="2441680"/>
                </a:cubicBezTo>
                <a:cubicBezTo>
                  <a:pt x="3898589" y="2463048"/>
                  <a:pt x="3918101" y="2486269"/>
                  <a:pt x="3937614" y="2509491"/>
                </a:cubicBezTo>
                <a:cubicBezTo>
                  <a:pt x="3948950" y="2527698"/>
                  <a:pt x="3960287" y="2545904"/>
                  <a:pt x="3968463" y="2550919"/>
                </a:cubicBezTo>
                <a:cubicBezTo>
                  <a:pt x="3999312" y="2592348"/>
                  <a:pt x="4027000" y="2620585"/>
                  <a:pt x="4072895" y="2637486"/>
                </a:cubicBezTo>
                <a:cubicBezTo>
                  <a:pt x="4105598" y="2657547"/>
                  <a:pt x="4148333" y="2661257"/>
                  <a:pt x="4187906" y="2651776"/>
                </a:cubicBezTo>
                <a:cubicBezTo>
                  <a:pt x="4207693" y="2647036"/>
                  <a:pt x="4226377" y="2639508"/>
                  <a:pt x="4243956" y="2629194"/>
                </a:cubicBezTo>
                <a:lnTo>
                  <a:pt x="4277165" y="2602787"/>
                </a:lnTo>
                <a:lnTo>
                  <a:pt x="4273379" y="2653248"/>
                </a:lnTo>
                <a:cubicBezTo>
                  <a:pt x="4266855" y="2786574"/>
                  <a:pt x="4263593" y="2922799"/>
                  <a:pt x="4263593" y="3061922"/>
                </a:cubicBezTo>
                <a:cubicBezTo>
                  <a:pt x="4263593" y="3516203"/>
                  <a:pt x="4324186" y="3970483"/>
                  <a:pt x="4445372" y="4515619"/>
                </a:cubicBezTo>
                <a:cubicBezTo>
                  <a:pt x="4596855" y="5030470"/>
                  <a:pt x="4748338" y="5515036"/>
                  <a:pt x="4990710" y="5969316"/>
                </a:cubicBezTo>
                <a:cubicBezTo>
                  <a:pt x="5172489" y="6275955"/>
                  <a:pt x="5371310" y="6544265"/>
                  <a:pt x="5583977" y="6777438"/>
                </a:cubicBezTo>
                <a:lnTo>
                  <a:pt x="5662934" y="6858000"/>
                </a:lnTo>
                <a:lnTo>
                  <a:pt x="0" y="6858000"/>
                </a:lnTo>
                <a:close/>
              </a:path>
            </a:pathLst>
          </a:custGeom>
        </p:spPr>
        <p:txBody>
          <a:bodyPr wrap="square">
            <a:noAutofit/>
          </a:bodyPr>
          <a:lstStyle/>
          <a:p>
            <a:r>
              <a:rPr lang="en-US"/>
              <a:t>Click icon to add picture</a:t>
            </a:r>
            <a:endParaRPr lang="en-US" dirty="0"/>
          </a:p>
        </p:txBody>
      </p:sp>
      <p:sp>
        <p:nvSpPr>
          <p:cNvPr id="11" name="Text Placeholder 10">
            <a:extLst>
              <a:ext uri="{FF2B5EF4-FFF2-40B4-BE49-F238E27FC236}">
                <a16:creationId xmlns:a16="http://schemas.microsoft.com/office/drawing/2014/main" id="{4D1C1373-B50B-4F1A-A1BB-0C35A28316A4}"/>
              </a:ext>
            </a:extLst>
          </p:cNvPr>
          <p:cNvSpPr>
            <a:spLocks noGrp="1"/>
          </p:cNvSpPr>
          <p:nvPr>
            <p:ph type="body" sz="quarter" idx="12"/>
          </p:nvPr>
        </p:nvSpPr>
        <p:spPr>
          <a:xfrm>
            <a:off x="6480175" y="3821113"/>
            <a:ext cx="5014913" cy="2308225"/>
          </a:xfrm>
        </p:spPr>
        <p:txBody>
          <a:bodyPr/>
          <a:lstStyle>
            <a:lvl1pPr algn="ctr">
              <a:buNone/>
              <a:defRPr lang="en-US" sz="2800" kern="1200" spc="20" baseline="0" dirty="0" smtClean="0">
                <a:solidFill>
                  <a:schemeClr val="tx1">
                    <a:alpha val="58000"/>
                  </a:schemeClr>
                </a:solidFill>
                <a:latin typeface="+mn-lt"/>
                <a:ea typeface="+mn-ea"/>
                <a:cs typeface="+mn-cs"/>
              </a:defRPr>
            </a:lvl1pPr>
            <a:lvl2pPr>
              <a:buNone/>
              <a:defRPr/>
            </a:lvl2pPr>
          </a:lstStyle>
          <a:p>
            <a:pPr lvl="0"/>
            <a:r>
              <a:rPr lang="en-US"/>
              <a:t>Click to edit Master text styles</a:t>
            </a:r>
          </a:p>
        </p:txBody>
      </p:sp>
      <p:sp>
        <p:nvSpPr>
          <p:cNvPr id="7" name="Freeform 10">
            <a:extLst>
              <a:ext uri="{FF2B5EF4-FFF2-40B4-BE49-F238E27FC236}">
                <a16:creationId xmlns:a16="http://schemas.microsoft.com/office/drawing/2014/main" id="{B24EB433-122A-4419-8A25-2FDB094C84AE}"/>
              </a:ext>
              <a:ext uri="{C183D7F6-B498-43B3-948B-1728B52AA6E4}">
                <adec:decorative xmlns:adec="http://schemas.microsoft.com/office/drawing/2017/decorative" val="1"/>
              </a:ext>
            </a:extLst>
          </p:cNvPr>
          <p:cNvSpPr>
            <a:spLocks/>
          </p:cNvSpPr>
          <p:nvPr userDrawn="1"/>
        </p:nvSpPr>
        <p:spPr bwMode="auto">
          <a:xfrm rot="7291575">
            <a:off x="3479502" y="491434"/>
            <a:ext cx="2397877" cy="2244442"/>
          </a:xfrm>
          <a:custGeom>
            <a:avLst/>
            <a:gdLst>
              <a:gd name="T0" fmla="*/ 43 w 250"/>
              <a:gd name="T1" fmla="*/ 167 h 234"/>
              <a:gd name="T2" fmla="*/ 70 w 250"/>
              <a:gd name="T3" fmla="*/ 133 h 234"/>
              <a:gd name="T4" fmla="*/ 48 w 250"/>
              <a:gd name="T5" fmla="*/ 134 h 234"/>
              <a:gd name="T6" fmla="*/ 19 w 250"/>
              <a:gd name="T7" fmla="*/ 130 h 234"/>
              <a:gd name="T8" fmla="*/ 6 w 250"/>
              <a:gd name="T9" fmla="*/ 123 h 234"/>
              <a:gd name="T10" fmla="*/ 1 w 250"/>
              <a:gd name="T11" fmla="*/ 103 h 234"/>
              <a:gd name="T12" fmla="*/ 11 w 250"/>
              <a:gd name="T13" fmla="*/ 81 h 234"/>
              <a:gd name="T14" fmla="*/ 23 w 250"/>
              <a:gd name="T15" fmla="*/ 76 h 234"/>
              <a:gd name="T16" fmla="*/ 81 w 250"/>
              <a:gd name="T17" fmla="*/ 78 h 234"/>
              <a:gd name="T18" fmla="*/ 65 w 250"/>
              <a:gd name="T19" fmla="*/ 49 h 234"/>
              <a:gd name="T20" fmla="*/ 57 w 250"/>
              <a:gd name="T21" fmla="*/ 27 h 234"/>
              <a:gd name="T22" fmla="*/ 67 w 250"/>
              <a:gd name="T23" fmla="*/ 12 h 234"/>
              <a:gd name="T24" fmla="*/ 85 w 250"/>
              <a:gd name="T25" fmla="*/ 1 h 234"/>
              <a:gd name="T26" fmla="*/ 101 w 250"/>
              <a:gd name="T27" fmla="*/ 8 h 234"/>
              <a:gd name="T28" fmla="*/ 107 w 250"/>
              <a:gd name="T29" fmla="*/ 15 h 234"/>
              <a:gd name="T30" fmla="*/ 120 w 250"/>
              <a:gd name="T31" fmla="*/ 37 h 234"/>
              <a:gd name="T32" fmla="*/ 131 w 250"/>
              <a:gd name="T33" fmla="*/ 60 h 234"/>
              <a:gd name="T34" fmla="*/ 164 w 250"/>
              <a:gd name="T35" fmla="*/ 25 h 234"/>
              <a:gd name="T36" fmla="*/ 187 w 250"/>
              <a:gd name="T37" fmla="*/ 11 h 234"/>
              <a:gd name="T38" fmla="*/ 205 w 250"/>
              <a:gd name="T39" fmla="*/ 19 h 234"/>
              <a:gd name="T40" fmla="*/ 214 w 250"/>
              <a:gd name="T41" fmla="*/ 34 h 234"/>
              <a:gd name="T42" fmla="*/ 203 w 250"/>
              <a:gd name="T43" fmla="*/ 57 h 234"/>
              <a:gd name="T44" fmla="*/ 166 w 250"/>
              <a:gd name="T45" fmla="*/ 100 h 234"/>
              <a:gd name="T46" fmla="*/ 217 w 250"/>
              <a:gd name="T47" fmla="*/ 98 h 234"/>
              <a:gd name="T48" fmla="*/ 244 w 250"/>
              <a:gd name="T49" fmla="*/ 104 h 234"/>
              <a:gd name="T50" fmla="*/ 249 w 250"/>
              <a:gd name="T51" fmla="*/ 115 h 234"/>
              <a:gd name="T52" fmla="*/ 247 w 250"/>
              <a:gd name="T53" fmla="*/ 129 h 234"/>
              <a:gd name="T54" fmla="*/ 245 w 250"/>
              <a:gd name="T55" fmla="*/ 134 h 234"/>
              <a:gd name="T56" fmla="*/ 241 w 250"/>
              <a:gd name="T57" fmla="*/ 141 h 234"/>
              <a:gd name="T58" fmla="*/ 227 w 250"/>
              <a:gd name="T59" fmla="*/ 147 h 234"/>
              <a:gd name="T60" fmla="*/ 187 w 250"/>
              <a:gd name="T61" fmla="*/ 151 h 234"/>
              <a:gd name="T62" fmla="*/ 160 w 250"/>
              <a:gd name="T63" fmla="*/ 148 h 234"/>
              <a:gd name="T64" fmla="*/ 168 w 250"/>
              <a:gd name="T65" fmla="*/ 168 h 234"/>
              <a:gd name="T66" fmla="*/ 176 w 250"/>
              <a:gd name="T67" fmla="*/ 194 h 234"/>
              <a:gd name="T68" fmla="*/ 176 w 250"/>
              <a:gd name="T69" fmla="*/ 211 h 234"/>
              <a:gd name="T70" fmla="*/ 170 w 250"/>
              <a:gd name="T71" fmla="*/ 221 h 234"/>
              <a:gd name="T72" fmla="*/ 156 w 250"/>
              <a:gd name="T73" fmla="*/ 230 h 234"/>
              <a:gd name="T74" fmla="*/ 130 w 250"/>
              <a:gd name="T75" fmla="*/ 226 h 234"/>
              <a:gd name="T76" fmla="*/ 122 w 250"/>
              <a:gd name="T77" fmla="*/ 213 h 234"/>
              <a:gd name="T78" fmla="*/ 110 w 250"/>
              <a:gd name="T79" fmla="*/ 169 h 234"/>
              <a:gd name="T80" fmla="*/ 92 w 250"/>
              <a:gd name="T81" fmla="*/ 192 h 234"/>
              <a:gd name="T82" fmla="*/ 87 w 250"/>
              <a:gd name="T83" fmla="*/ 197 h 234"/>
              <a:gd name="T84" fmla="*/ 84 w 250"/>
              <a:gd name="T85" fmla="*/ 201 h 234"/>
              <a:gd name="T86" fmla="*/ 65 w 250"/>
              <a:gd name="T87" fmla="*/ 212 h 234"/>
              <a:gd name="T88" fmla="*/ 50 w 250"/>
              <a:gd name="T89" fmla="*/ 204 h 234"/>
              <a:gd name="T90" fmla="*/ 44 w 250"/>
              <a:gd name="T91" fmla="*/ 198 h 234"/>
              <a:gd name="T92" fmla="*/ 38 w 250"/>
              <a:gd name="T93" fmla="*/ 185 h 234"/>
              <a:gd name="T94" fmla="*/ 43 w 250"/>
              <a:gd name="T95" fmla="*/ 167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50" h="234">
                <a:moveTo>
                  <a:pt x="43" y="167"/>
                </a:moveTo>
                <a:cubicBezTo>
                  <a:pt x="70" y="133"/>
                  <a:pt x="70" y="133"/>
                  <a:pt x="70" y="133"/>
                </a:cubicBezTo>
                <a:cubicBezTo>
                  <a:pt x="60" y="134"/>
                  <a:pt x="61" y="134"/>
                  <a:pt x="48" y="134"/>
                </a:cubicBezTo>
                <a:cubicBezTo>
                  <a:pt x="34" y="133"/>
                  <a:pt x="24" y="132"/>
                  <a:pt x="19" y="130"/>
                </a:cubicBezTo>
                <a:cubicBezTo>
                  <a:pt x="13" y="128"/>
                  <a:pt x="9" y="126"/>
                  <a:pt x="6" y="123"/>
                </a:cubicBezTo>
                <a:cubicBezTo>
                  <a:pt x="1" y="119"/>
                  <a:pt x="0" y="112"/>
                  <a:pt x="1" y="103"/>
                </a:cubicBezTo>
                <a:cubicBezTo>
                  <a:pt x="2" y="93"/>
                  <a:pt x="6" y="86"/>
                  <a:pt x="11" y="81"/>
                </a:cubicBezTo>
                <a:cubicBezTo>
                  <a:pt x="15" y="77"/>
                  <a:pt x="18" y="76"/>
                  <a:pt x="23" y="76"/>
                </a:cubicBezTo>
                <a:cubicBezTo>
                  <a:pt x="81" y="78"/>
                  <a:pt x="81" y="78"/>
                  <a:pt x="81" y="78"/>
                </a:cubicBezTo>
                <a:cubicBezTo>
                  <a:pt x="65" y="49"/>
                  <a:pt x="65" y="49"/>
                  <a:pt x="65" y="49"/>
                </a:cubicBezTo>
                <a:cubicBezTo>
                  <a:pt x="58" y="40"/>
                  <a:pt x="56" y="33"/>
                  <a:pt x="57" y="27"/>
                </a:cubicBezTo>
                <a:cubicBezTo>
                  <a:pt x="58" y="21"/>
                  <a:pt x="62" y="16"/>
                  <a:pt x="67" y="12"/>
                </a:cubicBezTo>
                <a:cubicBezTo>
                  <a:pt x="74" y="6"/>
                  <a:pt x="80" y="2"/>
                  <a:pt x="85" y="1"/>
                </a:cubicBezTo>
                <a:cubicBezTo>
                  <a:pt x="90" y="0"/>
                  <a:pt x="95" y="2"/>
                  <a:pt x="101" y="8"/>
                </a:cubicBezTo>
                <a:cubicBezTo>
                  <a:pt x="104" y="11"/>
                  <a:pt x="106" y="13"/>
                  <a:pt x="107" y="15"/>
                </a:cubicBezTo>
                <a:cubicBezTo>
                  <a:pt x="110" y="19"/>
                  <a:pt x="112" y="20"/>
                  <a:pt x="120" y="37"/>
                </a:cubicBezTo>
                <a:cubicBezTo>
                  <a:pt x="129" y="55"/>
                  <a:pt x="128" y="51"/>
                  <a:pt x="131" y="60"/>
                </a:cubicBezTo>
                <a:cubicBezTo>
                  <a:pt x="164" y="25"/>
                  <a:pt x="164" y="25"/>
                  <a:pt x="164" y="25"/>
                </a:cubicBezTo>
                <a:cubicBezTo>
                  <a:pt x="173" y="16"/>
                  <a:pt x="180" y="11"/>
                  <a:pt x="187" y="11"/>
                </a:cubicBezTo>
                <a:cubicBezTo>
                  <a:pt x="193" y="10"/>
                  <a:pt x="200" y="13"/>
                  <a:pt x="205" y="19"/>
                </a:cubicBezTo>
                <a:cubicBezTo>
                  <a:pt x="210" y="24"/>
                  <a:pt x="213" y="29"/>
                  <a:pt x="214" y="34"/>
                </a:cubicBezTo>
                <a:cubicBezTo>
                  <a:pt x="214" y="39"/>
                  <a:pt x="211" y="47"/>
                  <a:pt x="203" y="57"/>
                </a:cubicBezTo>
                <a:cubicBezTo>
                  <a:pt x="166" y="100"/>
                  <a:pt x="166" y="100"/>
                  <a:pt x="166" y="100"/>
                </a:cubicBezTo>
                <a:cubicBezTo>
                  <a:pt x="217" y="98"/>
                  <a:pt x="217" y="98"/>
                  <a:pt x="217" y="98"/>
                </a:cubicBezTo>
                <a:cubicBezTo>
                  <a:pt x="229" y="96"/>
                  <a:pt x="238" y="98"/>
                  <a:pt x="244" y="104"/>
                </a:cubicBezTo>
                <a:cubicBezTo>
                  <a:pt x="247" y="107"/>
                  <a:pt x="249" y="111"/>
                  <a:pt x="249" y="115"/>
                </a:cubicBezTo>
                <a:cubicBezTo>
                  <a:pt x="250" y="120"/>
                  <a:pt x="249" y="124"/>
                  <a:pt x="247" y="129"/>
                </a:cubicBezTo>
                <a:cubicBezTo>
                  <a:pt x="247" y="130"/>
                  <a:pt x="246" y="132"/>
                  <a:pt x="245" y="134"/>
                </a:cubicBezTo>
                <a:cubicBezTo>
                  <a:pt x="244" y="137"/>
                  <a:pt x="243" y="140"/>
                  <a:pt x="241" y="141"/>
                </a:cubicBezTo>
                <a:cubicBezTo>
                  <a:pt x="239" y="144"/>
                  <a:pt x="234" y="146"/>
                  <a:pt x="227" y="147"/>
                </a:cubicBezTo>
                <a:cubicBezTo>
                  <a:pt x="221" y="149"/>
                  <a:pt x="207" y="150"/>
                  <a:pt x="187" y="151"/>
                </a:cubicBezTo>
                <a:cubicBezTo>
                  <a:pt x="175" y="152"/>
                  <a:pt x="161" y="148"/>
                  <a:pt x="160" y="148"/>
                </a:cubicBezTo>
                <a:cubicBezTo>
                  <a:pt x="161" y="151"/>
                  <a:pt x="165" y="161"/>
                  <a:pt x="168" y="168"/>
                </a:cubicBezTo>
                <a:cubicBezTo>
                  <a:pt x="168" y="171"/>
                  <a:pt x="173" y="181"/>
                  <a:pt x="176" y="194"/>
                </a:cubicBezTo>
                <a:cubicBezTo>
                  <a:pt x="179" y="206"/>
                  <a:pt x="176" y="203"/>
                  <a:pt x="176" y="211"/>
                </a:cubicBezTo>
                <a:cubicBezTo>
                  <a:pt x="176" y="214"/>
                  <a:pt x="174" y="217"/>
                  <a:pt x="170" y="221"/>
                </a:cubicBezTo>
                <a:cubicBezTo>
                  <a:pt x="166" y="226"/>
                  <a:pt x="161" y="228"/>
                  <a:pt x="156" y="230"/>
                </a:cubicBezTo>
                <a:cubicBezTo>
                  <a:pt x="147" y="234"/>
                  <a:pt x="137" y="233"/>
                  <a:pt x="130" y="226"/>
                </a:cubicBezTo>
                <a:cubicBezTo>
                  <a:pt x="127" y="223"/>
                  <a:pt x="125" y="219"/>
                  <a:pt x="122" y="213"/>
                </a:cubicBezTo>
                <a:cubicBezTo>
                  <a:pt x="118" y="188"/>
                  <a:pt x="117" y="189"/>
                  <a:pt x="110" y="169"/>
                </a:cubicBezTo>
                <a:cubicBezTo>
                  <a:pt x="92" y="192"/>
                  <a:pt x="92" y="192"/>
                  <a:pt x="92" y="192"/>
                </a:cubicBezTo>
                <a:cubicBezTo>
                  <a:pt x="90" y="193"/>
                  <a:pt x="88" y="195"/>
                  <a:pt x="87" y="197"/>
                </a:cubicBezTo>
                <a:cubicBezTo>
                  <a:pt x="86" y="198"/>
                  <a:pt x="85" y="200"/>
                  <a:pt x="84" y="201"/>
                </a:cubicBezTo>
                <a:cubicBezTo>
                  <a:pt x="76" y="209"/>
                  <a:pt x="70" y="212"/>
                  <a:pt x="65" y="212"/>
                </a:cubicBezTo>
                <a:cubicBezTo>
                  <a:pt x="60" y="211"/>
                  <a:pt x="55" y="209"/>
                  <a:pt x="50" y="204"/>
                </a:cubicBezTo>
                <a:cubicBezTo>
                  <a:pt x="50" y="203"/>
                  <a:pt x="48" y="202"/>
                  <a:pt x="44" y="198"/>
                </a:cubicBezTo>
                <a:cubicBezTo>
                  <a:pt x="41" y="195"/>
                  <a:pt x="39" y="191"/>
                  <a:pt x="38" y="185"/>
                </a:cubicBezTo>
                <a:cubicBezTo>
                  <a:pt x="37" y="179"/>
                  <a:pt x="39" y="173"/>
                  <a:pt x="43" y="167"/>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7226564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29378-76E3-4346-B854-00A737D0EDCB}"/>
              </a:ext>
            </a:extLst>
          </p:cNvPr>
          <p:cNvSpPr>
            <a:spLocks noGrp="1"/>
          </p:cNvSpPr>
          <p:nvPr>
            <p:ph type="title"/>
          </p:nvPr>
        </p:nvSpPr>
        <p:spPr>
          <a:xfrm>
            <a:off x="720000" y="619200"/>
            <a:ext cx="6833739" cy="1477328"/>
          </a:xfrm>
        </p:spPr>
        <p:txBody>
          <a:bodyPr anchor="ctr"/>
          <a:lstStyle/>
          <a:p>
            <a:r>
              <a:rPr lang="en-US"/>
              <a:t>Click to edit Master title style</a:t>
            </a:r>
          </a:p>
        </p:txBody>
      </p:sp>
      <p:sp>
        <p:nvSpPr>
          <p:cNvPr id="11" name="Text Placeholder 5">
            <a:extLst>
              <a:ext uri="{FF2B5EF4-FFF2-40B4-BE49-F238E27FC236}">
                <a16:creationId xmlns:a16="http://schemas.microsoft.com/office/drawing/2014/main" id="{99F96B64-408E-4B4D-A5D3-7186AABF86A2}"/>
              </a:ext>
            </a:extLst>
          </p:cNvPr>
          <p:cNvSpPr>
            <a:spLocks noGrp="1"/>
          </p:cNvSpPr>
          <p:nvPr>
            <p:ph type="body" sz="quarter" idx="14"/>
          </p:nvPr>
        </p:nvSpPr>
        <p:spPr>
          <a:xfrm>
            <a:off x="719999" y="2541599"/>
            <a:ext cx="4981575" cy="3557359"/>
          </a:xfrm>
        </p:spPr>
        <p:txBody>
          <a:bodyPr/>
          <a:lstStyle>
            <a:lvl1pPr marL="0" indent="0">
              <a:buNone/>
              <a:defRPr lang="en-US" sz="2000" kern="1200" spc="20" baseline="0" dirty="0" smtClean="0">
                <a:solidFill>
                  <a:schemeClr val="tx1">
                    <a:alpha val="58000"/>
                  </a:schemeClr>
                </a:solidFill>
                <a:latin typeface="+mn-lt"/>
                <a:ea typeface="+mn-ea"/>
                <a:cs typeface="+mn-cs"/>
              </a:defRPr>
            </a:lvl1pPr>
          </a:lstStyle>
          <a:p>
            <a:pPr lvl="0"/>
            <a:r>
              <a:rPr lang="en-US"/>
              <a:t>Click to edit Master text styles</a:t>
            </a:r>
          </a:p>
        </p:txBody>
      </p:sp>
      <p:sp>
        <p:nvSpPr>
          <p:cNvPr id="7" name="Date Placeholder 1">
            <a:extLst>
              <a:ext uri="{FF2B5EF4-FFF2-40B4-BE49-F238E27FC236}">
                <a16:creationId xmlns:a16="http://schemas.microsoft.com/office/drawing/2014/main" id="{CB2113D8-516C-44EB-BC6F-C95BD93979C1}"/>
              </a:ext>
            </a:extLst>
          </p:cNvPr>
          <p:cNvSpPr>
            <a:spLocks noGrp="1"/>
          </p:cNvSpPr>
          <p:nvPr>
            <p:ph type="dt" sz="half" idx="15"/>
          </p:nvPr>
        </p:nvSpPr>
        <p:spPr>
          <a:xfrm>
            <a:off x="710065" y="6138000"/>
            <a:ext cx="2130425" cy="720000"/>
          </a:xfrm>
        </p:spPr>
        <p:txBody>
          <a:bodyPr/>
          <a:lstStyle/>
          <a:p>
            <a:r>
              <a:rPr lang="en-US" dirty="0"/>
              <a:t>Sunday, January 31, 20XX</a:t>
            </a:r>
          </a:p>
        </p:txBody>
      </p:sp>
      <p:sp>
        <p:nvSpPr>
          <p:cNvPr id="14" name="Picture Placeholder 13">
            <a:extLst>
              <a:ext uri="{FF2B5EF4-FFF2-40B4-BE49-F238E27FC236}">
                <a16:creationId xmlns:a16="http://schemas.microsoft.com/office/drawing/2014/main" id="{30BC406A-6205-4C7C-BF28-773738799BFF}"/>
              </a:ext>
            </a:extLst>
          </p:cNvPr>
          <p:cNvSpPr>
            <a:spLocks noGrp="1"/>
          </p:cNvSpPr>
          <p:nvPr>
            <p:ph type="pic" sz="quarter" idx="10"/>
          </p:nvPr>
        </p:nvSpPr>
        <p:spPr>
          <a:xfrm>
            <a:off x="7127399" y="0"/>
            <a:ext cx="5064603" cy="2286000"/>
          </a:xfrm>
          <a:custGeom>
            <a:avLst/>
            <a:gdLst>
              <a:gd name="connsiteX0" fmla="*/ 0 w 5064603"/>
              <a:gd name="connsiteY0" fmla="*/ 0 h 2286000"/>
              <a:gd name="connsiteX1" fmla="*/ 5064603 w 5064603"/>
              <a:gd name="connsiteY1" fmla="*/ 0 h 2286000"/>
              <a:gd name="connsiteX2" fmla="*/ 5064603 w 5064603"/>
              <a:gd name="connsiteY2" fmla="*/ 2286000 h 2286000"/>
              <a:gd name="connsiteX3" fmla="*/ 763670 w 5064603"/>
              <a:gd name="connsiteY3" fmla="*/ 2286000 h 2286000"/>
              <a:gd name="connsiteX4" fmla="*/ 761866 w 5064603"/>
              <a:gd name="connsiteY4" fmla="*/ 2261963 h 2286000"/>
              <a:gd name="connsiteX5" fmla="*/ 174723 w 5064603"/>
              <a:gd name="connsiteY5" fmla="*/ 279455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64603" h="2286000">
                <a:moveTo>
                  <a:pt x="0" y="0"/>
                </a:moveTo>
                <a:lnTo>
                  <a:pt x="5064603" y="0"/>
                </a:lnTo>
                <a:lnTo>
                  <a:pt x="5064603" y="2286000"/>
                </a:lnTo>
                <a:lnTo>
                  <a:pt x="763670" y="2286000"/>
                </a:lnTo>
                <a:lnTo>
                  <a:pt x="761866" y="2261963"/>
                </a:lnTo>
                <a:cubicBezTo>
                  <a:pt x="683581" y="1496785"/>
                  <a:pt x="487866" y="835949"/>
                  <a:pt x="174723" y="279455"/>
                </a:cubicBezTo>
                <a:close/>
              </a:path>
            </a:pathLst>
          </a:custGeom>
        </p:spPr>
        <p:txBody>
          <a:bodyPr wrap="square" anchor="ctr">
            <a:noAutofit/>
          </a:bodyPr>
          <a:lstStyle>
            <a:lvl1pPr algn="ctr">
              <a:defRPr/>
            </a:lvl1pPr>
          </a:lstStyle>
          <a:p>
            <a:r>
              <a:rPr lang="en-US"/>
              <a:t>Click icon to add picture</a:t>
            </a:r>
            <a:endParaRPr lang="en-US" dirty="0"/>
          </a:p>
        </p:txBody>
      </p:sp>
      <p:sp>
        <p:nvSpPr>
          <p:cNvPr id="19" name="Picture Placeholder 18">
            <a:extLst>
              <a:ext uri="{FF2B5EF4-FFF2-40B4-BE49-F238E27FC236}">
                <a16:creationId xmlns:a16="http://schemas.microsoft.com/office/drawing/2014/main" id="{9F6DACD3-0A0E-4203-948F-CB45AA6A9401}"/>
              </a:ext>
            </a:extLst>
          </p:cNvPr>
          <p:cNvSpPr>
            <a:spLocks noGrp="1"/>
          </p:cNvSpPr>
          <p:nvPr>
            <p:ph type="pic" sz="quarter" idx="11"/>
          </p:nvPr>
        </p:nvSpPr>
        <p:spPr>
          <a:xfrm>
            <a:off x="7729581" y="2286000"/>
            <a:ext cx="4462420" cy="2286000"/>
          </a:xfrm>
          <a:custGeom>
            <a:avLst/>
            <a:gdLst>
              <a:gd name="connsiteX0" fmla="*/ 161487 w 4462420"/>
              <a:gd name="connsiteY0" fmla="*/ 0 h 2286000"/>
              <a:gd name="connsiteX1" fmla="*/ 4462420 w 4462420"/>
              <a:gd name="connsiteY1" fmla="*/ 0 h 2286000"/>
              <a:gd name="connsiteX2" fmla="*/ 4462420 w 4462420"/>
              <a:gd name="connsiteY2" fmla="*/ 2286000 h 2286000"/>
              <a:gd name="connsiteX3" fmla="*/ 0 w 4462420"/>
              <a:gd name="connsiteY3" fmla="*/ 2286000 h 2286000"/>
              <a:gd name="connsiteX4" fmla="*/ 17047 w 4462420"/>
              <a:gd name="connsiteY4" fmla="*/ 2229619 h 2286000"/>
              <a:gd name="connsiteX5" fmla="*/ 198826 w 4462420"/>
              <a:gd name="connsiteY5" fmla="*/ 775922 h 2286000"/>
              <a:gd name="connsiteX6" fmla="*/ 189040 w 4462420"/>
              <a:gd name="connsiteY6" fmla="*/ 367247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62420" h="2286000">
                <a:moveTo>
                  <a:pt x="161487" y="0"/>
                </a:moveTo>
                <a:lnTo>
                  <a:pt x="4462420" y="0"/>
                </a:lnTo>
                <a:lnTo>
                  <a:pt x="4462420" y="2286000"/>
                </a:lnTo>
                <a:lnTo>
                  <a:pt x="0" y="2286000"/>
                </a:lnTo>
                <a:lnTo>
                  <a:pt x="17047" y="2229619"/>
                </a:lnTo>
                <a:cubicBezTo>
                  <a:pt x="138233" y="1684483"/>
                  <a:pt x="198826" y="1230203"/>
                  <a:pt x="198826" y="775922"/>
                </a:cubicBezTo>
                <a:cubicBezTo>
                  <a:pt x="198826" y="636799"/>
                  <a:pt x="195564" y="500574"/>
                  <a:pt x="189040" y="367247"/>
                </a:cubicBezTo>
                <a:close/>
              </a:path>
            </a:pathLst>
          </a:custGeom>
        </p:spPr>
        <p:txBody>
          <a:bodyPr wrap="square" anchor="ctr">
            <a:noAutofit/>
          </a:bodyPr>
          <a:lstStyle>
            <a:lvl1pPr algn="ctr">
              <a:defRPr/>
            </a:lvl1pPr>
          </a:lstStyle>
          <a:p>
            <a:r>
              <a:rPr lang="en-US"/>
              <a:t>Click icon to add picture</a:t>
            </a:r>
            <a:endParaRPr lang="en-US" dirty="0"/>
          </a:p>
        </p:txBody>
      </p:sp>
      <p:sp>
        <p:nvSpPr>
          <p:cNvPr id="25" name="Picture Placeholder 24">
            <a:extLst>
              <a:ext uri="{FF2B5EF4-FFF2-40B4-BE49-F238E27FC236}">
                <a16:creationId xmlns:a16="http://schemas.microsoft.com/office/drawing/2014/main" id="{2B9DECF3-60B9-433F-B8F8-5B4E0E53F42E}"/>
              </a:ext>
            </a:extLst>
          </p:cNvPr>
          <p:cNvSpPr>
            <a:spLocks noGrp="1"/>
          </p:cNvSpPr>
          <p:nvPr>
            <p:ph type="pic" sz="quarter" idx="12"/>
          </p:nvPr>
        </p:nvSpPr>
        <p:spPr>
          <a:xfrm>
            <a:off x="6529067" y="4572000"/>
            <a:ext cx="5662935" cy="2286000"/>
          </a:xfrm>
          <a:custGeom>
            <a:avLst/>
            <a:gdLst>
              <a:gd name="connsiteX0" fmla="*/ 1200515 w 5662935"/>
              <a:gd name="connsiteY0" fmla="*/ 0 h 2286000"/>
              <a:gd name="connsiteX1" fmla="*/ 5662935 w 5662935"/>
              <a:gd name="connsiteY1" fmla="*/ 0 h 2286000"/>
              <a:gd name="connsiteX2" fmla="*/ 5662935 w 5662935"/>
              <a:gd name="connsiteY2" fmla="*/ 2286000 h 2286000"/>
              <a:gd name="connsiteX3" fmla="*/ 0 w 5662935"/>
              <a:gd name="connsiteY3" fmla="*/ 2286000 h 2286000"/>
              <a:gd name="connsiteX4" fmla="*/ 78957 w 5662935"/>
              <a:gd name="connsiteY4" fmla="*/ 2205438 h 2286000"/>
              <a:gd name="connsiteX5" fmla="*/ 672225 w 5662935"/>
              <a:gd name="connsiteY5" fmla="*/ 1397316 h 2286000"/>
              <a:gd name="connsiteX6" fmla="*/ 1102530 w 5662935"/>
              <a:gd name="connsiteY6" fmla="*/ 324079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935" h="2286000">
                <a:moveTo>
                  <a:pt x="1200515" y="0"/>
                </a:moveTo>
                <a:lnTo>
                  <a:pt x="5662935" y="0"/>
                </a:lnTo>
                <a:lnTo>
                  <a:pt x="5662935" y="2286000"/>
                </a:lnTo>
                <a:lnTo>
                  <a:pt x="0" y="2286000"/>
                </a:lnTo>
                <a:lnTo>
                  <a:pt x="78957" y="2205438"/>
                </a:lnTo>
                <a:cubicBezTo>
                  <a:pt x="291624" y="1972265"/>
                  <a:pt x="490445" y="1703955"/>
                  <a:pt x="672225" y="1397316"/>
                </a:cubicBezTo>
                <a:cubicBezTo>
                  <a:pt x="854003" y="1056606"/>
                  <a:pt x="984657" y="698860"/>
                  <a:pt x="1102530" y="324079"/>
                </a:cubicBezTo>
                <a:close/>
              </a:path>
            </a:pathLst>
          </a:custGeom>
        </p:spPr>
        <p:txBody>
          <a:bodyPr wrap="square" anchor="ctr">
            <a:noAutofit/>
          </a:bodyPr>
          <a:lstStyle>
            <a:lvl1pPr algn="ctr">
              <a:defRPr/>
            </a:lvl1pPr>
          </a:lstStyle>
          <a:p>
            <a:r>
              <a:rPr lang="en-US"/>
              <a:t>Click icon to add picture</a:t>
            </a:r>
            <a:endParaRPr lang="en-US" dirty="0"/>
          </a:p>
        </p:txBody>
      </p:sp>
      <p:sp>
        <p:nvSpPr>
          <p:cNvPr id="8" name="Slide Number Placeholder 3">
            <a:extLst>
              <a:ext uri="{FF2B5EF4-FFF2-40B4-BE49-F238E27FC236}">
                <a16:creationId xmlns:a16="http://schemas.microsoft.com/office/drawing/2014/main" id="{54D1CFDE-CA21-4CFE-AE63-608D62DB6C33}"/>
              </a:ext>
            </a:extLst>
          </p:cNvPr>
          <p:cNvSpPr>
            <a:spLocks noGrp="1"/>
          </p:cNvSpPr>
          <p:nvPr>
            <p:ph type="sldNum" sz="quarter" idx="16"/>
          </p:nvPr>
        </p:nvSpPr>
        <p:spPr>
          <a:xfrm>
            <a:off x="9329739" y="6138000"/>
            <a:ext cx="2130424" cy="720000"/>
          </a:xfrm>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11106537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F90502F-F277-42BE-A605-90ECBBDE7FC0}"/>
              </a:ext>
              <a:ext uri="{C183D7F6-B498-43B3-948B-1728B52AA6E4}">
                <adec:decorative xmlns:adec="http://schemas.microsoft.com/office/drawing/2017/decorative" val="1"/>
              </a:ext>
            </a:extLst>
          </p:cNvPr>
          <p:cNvGrpSpPr/>
          <p:nvPr userDrawn="1"/>
        </p:nvGrpSpPr>
        <p:grpSpPr>
          <a:xfrm>
            <a:off x="1965602" y="317452"/>
            <a:ext cx="2088038" cy="719230"/>
            <a:chOff x="4532666" y="505937"/>
            <a:chExt cx="2981730" cy="1027064"/>
          </a:xfrm>
        </p:grpSpPr>
        <p:sp>
          <p:nvSpPr>
            <p:cNvPr id="7" name="Freeform 78">
              <a:extLst>
                <a:ext uri="{FF2B5EF4-FFF2-40B4-BE49-F238E27FC236}">
                  <a16:creationId xmlns:a16="http://schemas.microsoft.com/office/drawing/2014/main" id="{45C7BD7C-32DF-4F3D-ABA2-B0A2E6C36448}"/>
                </a:ext>
              </a:extLst>
            </p:cNvPr>
            <p:cNvSpPr>
              <a:spLocks/>
            </p:cNvSpPr>
            <p:nvPr/>
          </p:nvSpPr>
          <p:spPr bwMode="auto">
            <a:xfrm rot="600114">
              <a:off x="4532666" y="754398"/>
              <a:ext cx="694205" cy="713383"/>
            </a:xfrm>
            <a:custGeom>
              <a:avLst/>
              <a:gdLst>
                <a:gd name="T0" fmla="*/ 32 w 58"/>
                <a:gd name="T1" fmla="*/ 56 h 60"/>
                <a:gd name="T2" fmla="*/ 24 w 58"/>
                <a:gd name="T3" fmla="*/ 48 h 60"/>
                <a:gd name="T4" fmla="*/ 14 w 58"/>
                <a:gd name="T5" fmla="*/ 36 h 60"/>
                <a:gd name="T6" fmla="*/ 7 w 58"/>
                <a:gd name="T7" fmla="*/ 29 h 60"/>
                <a:gd name="T8" fmla="*/ 1 w 58"/>
                <a:gd name="T9" fmla="*/ 17 h 60"/>
                <a:gd name="T10" fmla="*/ 7 w 58"/>
                <a:gd name="T11" fmla="*/ 4 h 60"/>
                <a:gd name="T12" fmla="*/ 17 w 58"/>
                <a:gd name="T13" fmla="*/ 1 h 60"/>
                <a:gd name="T14" fmla="*/ 29 w 58"/>
                <a:gd name="T15" fmla="*/ 6 h 60"/>
                <a:gd name="T16" fmla="*/ 31 w 58"/>
                <a:gd name="T17" fmla="*/ 8 h 60"/>
                <a:gd name="T18" fmla="*/ 38 w 58"/>
                <a:gd name="T19" fmla="*/ 15 h 60"/>
                <a:gd name="T20" fmla="*/ 44 w 58"/>
                <a:gd name="T21" fmla="*/ 22 h 60"/>
                <a:gd name="T22" fmla="*/ 54 w 58"/>
                <a:gd name="T23" fmla="*/ 33 h 60"/>
                <a:gd name="T24" fmla="*/ 58 w 58"/>
                <a:gd name="T25" fmla="*/ 44 h 60"/>
                <a:gd name="T26" fmla="*/ 53 w 58"/>
                <a:gd name="T27" fmla="*/ 54 h 60"/>
                <a:gd name="T28" fmla="*/ 42 w 58"/>
                <a:gd name="T29" fmla="*/ 60 h 60"/>
                <a:gd name="T30" fmla="*/ 32 w 58"/>
                <a:gd name="T31" fmla="*/ 5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8" h="60">
                  <a:moveTo>
                    <a:pt x="32" y="56"/>
                  </a:moveTo>
                  <a:cubicBezTo>
                    <a:pt x="30" y="54"/>
                    <a:pt x="31" y="55"/>
                    <a:pt x="24" y="48"/>
                  </a:cubicBezTo>
                  <a:cubicBezTo>
                    <a:pt x="17" y="40"/>
                    <a:pt x="14" y="36"/>
                    <a:pt x="14" y="36"/>
                  </a:cubicBezTo>
                  <a:cubicBezTo>
                    <a:pt x="8" y="30"/>
                    <a:pt x="14" y="37"/>
                    <a:pt x="7" y="29"/>
                  </a:cubicBezTo>
                  <a:cubicBezTo>
                    <a:pt x="3" y="24"/>
                    <a:pt x="1" y="20"/>
                    <a:pt x="1" y="17"/>
                  </a:cubicBezTo>
                  <a:cubicBezTo>
                    <a:pt x="0" y="13"/>
                    <a:pt x="3" y="9"/>
                    <a:pt x="7" y="4"/>
                  </a:cubicBezTo>
                  <a:cubicBezTo>
                    <a:pt x="10" y="2"/>
                    <a:pt x="13" y="0"/>
                    <a:pt x="17" y="1"/>
                  </a:cubicBezTo>
                  <a:cubicBezTo>
                    <a:pt x="21" y="1"/>
                    <a:pt x="25" y="3"/>
                    <a:pt x="29" y="6"/>
                  </a:cubicBezTo>
                  <a:cubicBezTo>
                    <a:pt x="31" y="8"/>
                    <a:pt x="31" y="8"/>
                    <a:pt x="31" y="8"/>
                  </a:cubicBezTo>
                  <a:cubicBezTo>
                    <a:pt x="33" y="11"/>
                    <a:pt x="37" y="15"/>
                    <a:pt x="38" y="15"/>
                  </a:cubicBezTo>
                  <a:cubicBezTo>
                    <a:pt x="42" y="20"/>
                    <a:pt x="40" y="18"/>
                    <a:pt x="44" y="22"/>
                  </a:cubicBezTo>
                  <a:cubicBezTo>
                    <a:pt x="51" y="29"/>
                    <a:pt x="50" y="29"/>
                    <a:pt x="54" y="33"/>
                  </a:cubicBezTo>
                  <a:cubicBezTo>
                    <a:pt x="57" y="37"/>
                    <a:pt x="58" y="40"/>
                    <a:pt x="58" y="44"/>
                  </a:cubicBezTo>
                  <a:cubicBezTo>
                    <a:pt x="58" y="47"/>
                    <a:pt x="56" y="50"/>
                    <a:pt x="53" y="54"/>
                  </a:cubicBezTo>
                  <a:cubicBezTo>
                    <a:pt x="49" y="58"/>
                    <a:pt x="45" y="60"/>
                    <a:pt x="42" y="60"/>
                  </a:cubicBezTo>
                  <a:cubicBezTo>
                    <a:pt x="39" y="60"/>
                    <a:pt x="36" y="59"/>
                    <a:pt x="32" y="5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solidFill>
                  <a:schemeClr val="accent3"/>
                </a:solidFill>
              </a:endParaRPr>
            </a:p>
          </p:txBody>
        </p:sp>
        <p:sp>
          <p:nvSpPr>
            <p:cNvPr id="8" name="Freeform 79">
              <a:extLst>
                <a:ext uri="{FF2B5EF4-FFF2-40B4-BE49-F238E27FC236}">
                  <a16:creationId xmlns:a16="http://schemas.microsoft.com/office/drawing/2014/main" id="{0B7D6636-550D-47A2-A4AE-CC2D7211F21A}"/>
                </a:ext>
              </a:extLst>
            </p:cNvPr>
            <p:cNvSpPr>
              <a:spLocks/>
            </p:cNvSpPr>
            <p:nvPr/>
          </p:nvSpPr>
          <p:spPr bwMode="auto">
            <a:xfrm rot="600114">
              <a:off x="5791465" y="505937"/>
              <a:ext cx="587404" cy="943792"/>
            </a:xfrm>
            <a:custGeom>
              <a:avLst/>
              <a:gdLst>
                <a:gd name="T0" fmla="*/ 15 w 49"/>
                <a:gd name="T1" fmla="*/ 65 h 79"/>
                <a:gd name="T2" fmla="*/ 12 w 49"/>
                <a:gd name="T3" fmla="*/ 54 h 79"/>
                <a:gd name="T4" fmla="*/ 8 w 49"/>
                <a:gd name="T5" fmla="*/ 33 h 79"/>
                <a:gd name="T6" fmla="*/ 38 w 49"/>
                <a:gd name="T7" fmla="*/ 24 h 79"/>
                <a:gd name="T8" fmla="*/ 45 w 49"/>
                <a:gd name="T9" fmla="*/ 70 h 79"/>
                <a:gd name="T10" fmla="*/ 15 w 49"/>
                <a:gd name="T11" fmla="*/ 65 h 79"/>
              </a:gdLst>
              <a:ahLst/>
              <a:cxnLst>
                <a:cxn ang="0">
                  <a:pos x="T0" y="T1"/>
                </a:cxn>
                <a:cxn ang="0">
                  <a:pos x="T2" y="T3"/>
                </a:cxn>
                <a:cxn ang="0">
                  <a:pos x="T4" y="T5"/>
                </a:cxn>
                <a:cxn ang="0">
                  <a:pos x="T6" y="T7"/>
                </a:cxn>
                <a:cxn ang="0">
                  <a:pos x="T8" y="T9"/>
                </a:cxn>
                <a:cxn ang="0">
                  <a:pos x="T10" y="T11"/>
                </a:cxn>
              </a:cxnLst>
              <a:rect l="0" t="0" r="r" b="b"/>
              <a:pathLst>
                <a:path w="49" h="79">
                  <a:moveTo>
                    <a:pt x="15" y="65"/>
                  </a:moveTo>
                  <a:cubicBezTo>
                    <a:pt x="14" y="59"/>
                    <a:pt x="13" y="58"/>
                    <a:pt x="12" y="54"/>
                  </a:cubicBezTo>
                  <a:cubicBezTo>
                    <a:pt x="11" y="45"/>
                    <a:pt x="10" y="40"/>
                    <a:pt x="8" y="33"/>
                  </a:cubicBezTo>
                  <a:cubicBezTo>
                    <a:pt x="0" y="9"/>
                    <a:pt x="34" y="0"/>
                    <a:pt x="38" y="24"/>
                  </a:cubicBezTo>
                  <a:cubicBezTo>
                    <a:pt x="43" y="43"/>
                    <a:pt x="49" y="60"/>
                    <a:pt x="45" y="70"/>
                  </a:cubicBezTo>
                  <a:cubicBezTo>
                    <a:pt x="38" y="77"/>
                    <a:pt x="19" y="79"/>
                    <a:pt x="15" y="6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solidFill>
                  <a:schemeClr val="accent3"/>
                </a:solidFill>
              </a:endParaRPr>
            </a:p>
          </p:txBody>
        </p:sp>
        <p:sp>
          <p:nvSpPr>
            <p:cNvPr id="9" name="Freeform 85">
              <a:extLst>
                <a:ext uri="{FF2B5EF4-FFF2-40B4-BE49-F238E27FC236}">
                  <a16:creationId xmlns:a16="http://schemas.microsoft.com/office/drawing/2014/main" id="{9BE883BD-B984-47E9-BF18-7B4ECF0B6A17}"/>
                </a:ext>
              </a:extLst>
            </p:cNvPr>
            <p:cNvSpPr>
              <a:spLocks/>
            </p:cNvSpPr>
            <p:nvPr/>
          </p:nvSpPr>
          <p:spPr bwMode="auto">
            <a:xfrm rot="600114">
              <a:off x="7087193" y="757585"/>
              <a:ext cx="427203" cy="775416"/>
            </a:xfrm>
            <a:custGeom>
              <a:avLst/>
              <a:gdLst>
                <a:gd name="T0" fmla="*/ 36 w 36"/>
                <a:gd name="T1" fmla="*/ 15 h 65"/>
                <a:gd name="T2" fmla="*/ 34 w 36"/>
                <a:gd name="T3" fmla="*/ 5 h 65"/>
                <a:gd name="T4" fmla="*/ 28 w 36"/>
                <a:gd name="T5" fmla="*/ 1 h 65"/>
                <a:gd name="T6" fmla="*/ 23 w 36"/>
                <a:gd name="T7" fmla="*/ 0 h 65"/>
                <a:gd name="T8" fmla="*/ 13 w 36"/>
                <a:gd name="T9" fmla="*/ 1 h 65"/>
                <a:gd name="T10" fmla="*/ 7 w 36"/>
                <a:gd name="T11" fmla="*/ 9 h 65"/>
                <a:gd name="T12" fmla="*/ 4 w 36"/>
                <a:gd name="T13" fmla="*/ 19 h 65"/>
                <a:gd name="T14" fmla="*/ 0 w 36"/>
                <a:gd name="T15" fmla="*/ 44 h 65"/>
                <a:gd name="T16" fmla="*/ 1 w 36"/>
                <a:gd name="T17" fmla="*/ 58 h 65"/>
                <a:gd name="T18" fmla="*/ 8 w 36"/>
                <a:gd name="T19" fmla="*/ 64 h 65"/>
                <a:gd name="T20" fmla="*/ 16 w 36"/>
                <a:gd name="T21" fmla="*/ 65 h 65"/>
                <a:gd name="T22" fmla="*/ 25 w 36"/>
                <a:gd name="T23" fmla="*/ 63 h 65"/>
                <a:gd name="T24" fmla="*/ 31 w 36"/>
                <a:gd name="T25" fmla="*/ 55 h 65"/>
                <a:gd name="T26" fmla="*/ 34 w 36"/>
                <a:gd name="T27" fmla="*/ 40 h 65"/>
                <a:gd name="T28" fmla="*/ 36 w 36"/>
                <a:gd name="T29" fmla="*/ 15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 h="65">
                  <a:moveTo>
                    <a:pt x="36" y="15"/>
                  </a:moveTo>
                  <a:cubicBezTo>
                    <a:pt x="36" y="10"/>
                    <a:pt x="35" y="7"/>
                    <a:pt x="34" y="5"/>
                  </a:cubicBezTo>
                  <a:cubicBezTo>
                    <a:pt x="33" y="3"/>
                    <a:pt x="31" y="2"/>
                    <a:pt x="28" y="1"/>
                  </a:cubicBezTo>
                  <a:cubicBezTo>
                    <a:pt x="27" y="1"/>
                    <a:pt x="25" y="1"/>
                    <a:pt x="23" y="0"/>
                  </a:cubicBezTo>
                  <a:cubicBezTo>
                    <a:pt x="19" y="0"/>
                    <a:pt x="16" y="0"/>
                    <a:pt x="13" y="1"/>
                  </a:cubicBezTo>
                  <a:cubicBezTo>
                    <a:pt x="11" y="2"/>
                    <a:pt x="9" y="4"/>
                    <a:pt x="7" y="9"/>
                  </a:cubicBezTo>
                  <a:cubicBezTo>
                    <a:pt x="6" y="13"/>
                    <a:pt x="5" y="17"/>
                    <a:pt x="4" y="19"/>
                  </a:cubicBezTo>
                  <a:cubicBezTo>
                    <a:pt x="2" y="29"/>
                    <a:pt x="0" y="44"/>
                    <a:pt x="0" y="44"/>
                  </a:cubicBezTo>
                  <a:cubicBezTo>
                    <a:pt x="0" y="50"/>
                    <a:pt x="0" y="55"/>
                    <a:pt x="1" y="58"/>
                  </a:cubicBezTo>
                  <a:cubicBezTo>
                    <a:pt x="2" y="61"/>
                    <a:pt x="5" y="63"/>
                    <a:pt x="8" y="64"/>
                  </a:cubicBezTo>
                  <a:cubicBezTo>
                    <a:pt x="11" y="65"/>
                    <a:pt x="13" y="65"/>
                    <a:pt x="16" y="65"/>
                  </a:cubicBezTo>
                  <a:cubicBezTo>
                    <a:pt x="19" y="65"/>
                    <a:pt x="22" y="64"/>
                    <a:pt x="25" y="63"/>
                  </a:cubicBezTo>
                  <a:cubicBezTo>
                    <a:pt x="28" y="61"/>
                    <a:pt x="30" y="59"/>
                    <a:pt x="31" y="55"/>
                  </a:cubicBezTo>
                  <a:cubicBezTo>
                    <a:pt x="32" y="50"/>
                    <a:pt x="31" y="54"/>
                    <a:pt x="34" y="40"/>
                  </a:cubicBezTo>
                  <a:lnTo>
                    <a:pt x="36" y="1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solidFill>
                  <a:schemeClr val="accent3"/>
                </a:solidFill>
              </a:endParaRPr>
            </a:p>
          </p:txBody>
        </p:sp>
      </p:grpSp>
      <p:sp>
        <p:nvSpPr>
          <p:cNvPr id="14" name="Title 13">
            <a:extLst>
              <a:ext uri="{FF2B5EF4-FFF2-40B4-BE49-F238E27FC236}">
                <a16:creationId xmlns:a16="http://schemas.microsoft.com/office/drawing/2014/main" id="{2F89541D-9496-4914-8E6F-9BDD51F2F6B9}"/>
              </a:ext>
            </a:extLst>
          </p:cNvPr>
          <p:cNvSpPr>
            <a:spLocks noGrp="1"/>
          </p:cNvSpPr>
          <p:nvPr>
            <p:ph type="title"/>
          </p:nvPr>
        </p:nvSpPr>
        <p:spPr>
          <a:xfrm>
            <a:off x="648362" y="1502418"/>
            <a:ext cx="5158912" cy="1035050"/>
          </a:xfrm>
        </p:spPr>
        <p:txBody>
          <a:bodyPr anchor="ctr">
            <a:normAutofit/>
          </a:bodyPr>
          <a:lstStyle>
            <a:lvl1pPr algn="ctr">
              <a:defRPr sz="5400"/>
            </a:lvl1pPr>
          </a:lstStyle>
          <a:p>
            <a:r>
              <a:rPr lang="en-US"/>
              <a:t>Click to edit Master title style</a:t>
            </a:r>
            <a:endParaRPr lang="en-US" dirty="0"/>
          </a:p>
        </p:txBody>
      </p:sp>
      <p:sp>
        <p:nvSpPr>
          <p:cNvPr id="18" name="Text Placeholder 17">
            <a:extLst>
              <a:ext uri="{FF2B5EF4-FFF2-40B4-BE49-F238E27FC236}">
                <a16:creationId xmlns:a16="http://schemas.microsoft.com/office/drawing/2014/main" id="{A3BF60CE-844C-43D8-AF87-0B1BF8CFF0A2}"/>
              </a:ext>
            </a:extLst>
          </p:cNvPr>
          <p:cNvSpPr>
            <a:spLocks noGrp="1"/>
          </p:cNvSpPr>
          <p:nvPr>
            <p:ph type="body" sz="quarter" idx="12"/>
          </p:nvPr>
        </p:nvSpPr>
        <p:spPr>
          <a:xfrm>
            <a:off x="648362" y="2717800"/>
            <a:ext cx="5172182" cy="2332037"/>
          </a:xfrm>
        </p:spPr>
        <p:txBody>
          <a:bodyPr/>
          <a:lstStyle>
            <a:lvl1pPr marL="0" indent="0" algn="ctr">
              <a:buNone/>
              <a:defRPr/>
            </a:lvl1pPr>
          </a:lstStyle>
          <a:p>
            <a:pPr lvl="0"/>
            <a:r>
              <a:rPr lang="en-US"/>
              <a:t>Click to edit Master text styles</a:t>
            </a:r>
          </a:p>
        </p:txBody>
      </p:sp>
      <p:grpSp>
        <p:nvGrpSpPr>
          <p:cNvPr id="10" name="Group 9">
            <a:extLst>
              <a:ext uri="{FF2B5EF4-FFF2-40B4-BE49-F238E27FC236}">
                <a16:creationId xmlns:a16="http://schemas.microsoft.com/office/drawing/2014/main" id="{EE9D9746-4114-47E6-B8FE-8298E332A08D}"/>
              </a:ext>
              <a:ext uri="{C183D7F6-B498-43B3-948B-1728B52AA6E4}">
                <adec:decorative xmlns:adec="http://schemas.microsoft.com/office/drawing/2017/decorative" val="1"/>
              </a:ext>
            </a:extLst>
          </p:cNvPr>
          <p:cNvGrpSpPr/>
          <p:nvPr userDrawn="1"/>
        </p:nvGrpSpPr>
        <p:grpSpPr>
          <a:xfrm>
            <a:off x="2017357" y="5503147"/>
            <a:ext cx="2117174" cy="588806"/>
            <a:chOff x="4549904" y="5078157"/>
            <a:chExt cx="3023338" cy="840818"/>
          </a:xfrm>
        </p:grpSpPr>
        <p:sp>
          <p:nvSpPr>
            <p:cNvPr id="11" name="Freeform 80">
              <a:extLst>
                <a:ext uri="{FF2B5EF4-FFF2-40B4-BE49-F238E27FC236}">
                  <a16:creationId xmlns:a16="http://schemas.microsoft.com/office/drawing/2014/main" id="{887621B2-F3C3-4881-90CB-E51832E5FB11}"/>
                </a:ext>
              </a:extLst>
            </p:cNvPr>
            <p:cNvSpPr>
              <a:spLocks/>
            </p:cNvSpPr>
            <p:nvPr/>
          </p:nvSpPr>
          <p:spPr bwMode="auto">
            <a:xfrm rot="5400000">
              <a:off x="5690691" y="5352589"/>
              <a:ext cx="749228" cy="383544"/>
            </a:xfrm>
            <a:custGeom>
              <a:avLst/>
              <a:gdLst>
                <a:gd name="T0" fmla="*/ 53 w 66"/>
                <a:gd name="T1" fmla="*/ 33 h 34"/>
                <a:gd name="T2" fmla="*/ 39 w 66"/>
                <a:gd name="T3" fmla="*/ 33 h 34"/>
                <a:gd name="T4" fmla="*/ 21 w 66"/>
                <a:gd name="T5" fmla="*/ 33 h 34"/>
                <a:gd name="T6" fmla="*/ 12 w 66"/>
                <a:gd name="T7" fmla="*/ 32 h 34"/>
                <a:gd name="T8" fmla="*/ 3 w 66"/>
                <a:gd name="T9" fmla="*/ 28 h 34"/>
                <a:gd name="T10" fmla="*/ 0 w 66"/>
                <a:gd name="T11" fmla="*/ 21 h 34"/>
                <a:gd name="T12" fmla="*/ 0 w 66"/>
                <a:gd name="T13" fmla="*/ 16 h 34"/>
                <a:gd name="T14" fmla="*/ 3 w 66"/>
                <a:gd name="T15" fmla="*/ 7 h 34"/>
                <a:gd name="T16" fmla="*/ 11 w 66"/>
                <a:gd name="T17" fmla="*/ 3 h 34"/>
                <a:gd name="T18" fmla="*/ 23 w 66"/>
                <a:gd name="T19" fmla="*/ 2 h 34"/>
                <a:gd name="T20" fmla="*/ 43 w 66"/>
                <a:gd name="T21" fmla="*/ 0 h 34"/>
                <a:gd name="T22" fmla="*/ 48 w 66"/>
                <a:gd name="T23" fmla="*/ 0 h 34"/>
                <a:gd name="T24" fmla="*/ 62 w 66"/>
                <a:gd name="T25" fmla="*/ 4 h 34"/>
                <a:gd name="T26" fmla="*/ 66 w 66"/>
                <a:gd name="T27" fmla="*/ 13 h 34"/>
                <a:gd name="T28" fmla="*/ 66 w 66"/>
                <a:gd name="T29" fmla="*/ 20 h 34"/>
                <a:gd name="T30" fmla="*/ 62 w 66"/>
                <a:gd name="T31" fmla="*/ 29 h 34"/>
                <a:gd name="T32" fmla="*/ 53 w 66"/>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6" h="34">
                  <a:moveTo>
                    <a:pt x="53" y="33"/>
                  </a:moveTo>
                  <a:cubicBezTo>
                    <a:pt x="47" y="33"/>
                    <a:pt x="53" y="34"/>
                    <a:pt x="39" y="33"/>
                  </a:cubicBezTo>
                  <a:cubicBezTo>
                    <a:pt x="24" y="33"/>
                    <a:pt x="21" y="33"/>
                    <a:pt x="21" y="33"/>
                  </a:cubicBezTo>
                  <a:cubicBezTo>
                    <a:pt x="12" y="32"/>
                    <a:pt x="12" y="32"/>
                    <a:pt x="12" y="32"/>
                  </a:cubicBezTo>
                  <a:cubicBezTo>
                    <a:pt x="7" y="31"/>
                    <a:pt x="4" y="30"/>
                    <a:pt x="3" y="28"/>
                  </a:cubicBezTo>
                  <a:cubicBezTo>
                    <a:pt x="1" y="26"/>
                    <a:pt x="0" y="24"/>
                    <a:pt x="0" y="21"/>
                  </a:cubicBezTo>
                  <a:cubicBezTo>
                    <a:pt x="0" y="21"/>
                    <a:pt x="0" y="19"/>
                    <a:pt x="0" y="16"/>
                  </a:cubicBezTo>
                  <a:cubicBezTo>
                    <a:pt x="0" y="13"/>
                    <a:pt x="1" y="10"/>
                    <a:pt x="3" y="7"/>
                  </a:cubicBezTo>
                  <a:cubicBezTo>
                    <a:pt x="4" y="5"/>
                    <a:pt x="7" y="3"/>
                    <a:pt x="11" y="3"/>
                  </a:cubicBezTo>
                  <a:cubicBezTo>
                    <a:pt x="16" y="2"/>
                    <a:pt x="20" y="2"/>
                    <a:pt x="23" y="2"/>
                  </a:cubicBezTo>
                  <a:cubicBezTo>
                    <a:pt x="32" y="1"/>
                    <a:pt x="37" y="0"/>
                    <a:pt x="43" y="0"/>
                  </a:cubicBezTo>
                  <a:cubicBezTo>
                    <a:pt x="48" y="0"/>
                    <a:pt x="48" y="0"/>
                    <a:pt x="48" y="0"/>
                  </a:cubicBezTo>
                  <a:cubicBezTo>
                    <a:pt x="54" y="1"/>
                    <a:pt x="59" y="3"/>
                    <a:pt x="62" y="4"/>
                  </a:cubicBezTo>
                  <a:cubicBezTo>
                    <a:pt x="65" y="6"/>
                    <a:pt x="66" y="9"/>
                    <a:pt x="66" y="13"/>
                  </a:cubicBezTo>
                  <a:cubicBezTo>
                    <a:pt x="66" y="15"/>
                    <a:pt x="66" y="17"/>
                    <a:pt x="66" y="20"/>
                  </a:cubicBezTo>
                  <a:cubicBezTo>
                    <a:pt x="65" y="23"/>
                    <a:pt x="64" y="26"/>
                    <a:pt x="62" y="29"/>
                  </a:cubicBezTo>
                  <a:cubicBezTo>
                    <a:pt x="60" y="31"/>
                    <a:pt x="57" y="32"/>
                    <a:pt x="53" y="3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solidFill>
                  <a:schemeClr val="accent3"/>
                </a:solidFill>
              </a:endParaRPr>
            </a:p>
          </p:txBody>
        </p:sp>
        <p:sp>
          <p:nvSpPr>
            <p:cNvPr id="12" name="Freeform 84">
              <a:extLst>
                <a:ext uri="{FF2B5EF4-FFF2-40B4-BE49-F238E27FC236}">
                  <a16:creationId xmlns:a16="http://schemas.microsoft.com/office/drawing/2014/main" id="{E4A0F4E0-8A9F-4420-BC61-761C9CA21A74}"/>
                </a:ext>
              </a:extLst>
            </p:cNvPr>
            <p:cNvSpPr>
              <a:spLocks/>
            </p:cNvSpPr>
            <p:nvPr/>
          </p:nvSpPr>
          <p:spPr bwMode="auto">
            <a:xfrm rot="6274527">
              <a:off x="6910134" y="5062687"/>
              <a:ext cx="647637" cy="678578"/>
            </a:xfrm>
            <a:custGeom>
              <a:avLst/>
              <a:gdLst>
                <a:gd name="T0" fmla="*/ 4 w 57"/>
                <a:gd name="T1" fmla="*/ 34 h 60"/>
                <a:gd name="T2" fmla="*/ 17 w 57"/>
                <a:gd name="T3" fmla="*/ 18 h 60"/>
                <a:gd name="T4" fmla="*/ 26 w 57"/>
                <a:gd name="T5" fmla="*/ 8 h 60"/>
                <a:gd name="T6" fmla="*/ 29 w 57"/>
                <a:gd name="T7" fmla="*/ 5 h 60"/>
                <a:gd name="T8" fmla="*/ 41 w 57"/>
                <a:gd name="T9" fmla="*/ 0 h 60"/>
                <a:gd name="T10" fmla="*/ 51 w 57"/>
                <a:gd name="T11" fmla="*/ 6 h 60"/>
                <a:gd name="T12" fmla="*/ 56 w 57"/>
                <a:gd name="T13" fmla="*/ 16 h 60"/>
                <a:gd name="T14" fmla="*/ 51 w 57"/>
                <a:gd name="T15" fmla="*/ 28 h 60"/>
                <a:gd name="T16" fmla="*/ 29 w 57"/>
                <a:gd name="T17" fmla="*/ 53 h 60"/>
                <a:gd name="T18" fmla="*/ 17 w 57"/>
                <a:gd name="T19" fmla="*/ 59 h 60"/>
                <a:gd name="T20" fmla="*/ 5 w 57"/>
                <a:gd name="T21" fmla="*/ 54 h 60"/>
                <a:gd name="T22" fmla="*/ 0 w 57"/>
                <a:gd name="T23" fmla="*/ 45 h 60"/>
                <a:gd name="T24" fmla="*/ 4 w 57"/>
                <a:gd name="T25"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60">
                  <a:moveTo>
                    <a:pt x="4" y="34"/>
                  </a:moveTo>
                  <a:cubicBezTo>
                    <a:pt x="5" y="33"/>
                    <a:pt x="17" y="18"/>
                    <a:pt x="17" y="18"/>
                  </a:cubicBezTo>
                  <a:cubicBezTo>
                    <a:pt x="21" y="14"/>
                    <a:pt x="24" y="10"/>
                    <a:pt x="26" y="8"/>
                  </a:cubicBezTo>
                  <a:cubicBezTo>
                    <a:pt x="29" y="5"/>
                    <a:pt x="29" y="5"/>
                    <a:pt x="29" y="5"/>
                  </a:cubicBezTo>
                  <a:cubicBezTo>
                    <a:pt x="34" y="2"/>
                    <a:pt x="38" y="0"/>
                    <a:pt x="41" y="0"/>
                  </a:cubicBezTo>
                  <a:cubicBezTo>
                    <a:pt x="44" y="1"/>
                    <a:pt x="47" y="2"/>
                    <a:pt x="51" y="6"/>
                  </a:cubicBezTo>
                  <a:cubicBezTo>
                    <a:pt x="55" y="10"/>
                    <a:pt x="57" y="13"/>
                    <a:pt x="56" y="16"/>
                  </a:cubicBezTo>
                  <a:cubicBezTo>
                    <a:pt x="56" y="19"/>
                    <a:pt x="54" y="23"/>
                    <a:pt x="51" y="28"/>
                  </a:cubicBezTo>
                  <a:cubicBezTo>
                    <a:pt x="51" y="28"/>
                    <a:pt x="33" y="48"/>
                    <a:pt x="29" y="53"/>
                  </a:cubicBezTo>
                  <a:cubicBezTo>
                    <a:pt x="25" y="57"/>
                    <a:pt x="21" y="59"/>
                    <a:pt x="17" y="59"/>
                  </a:cubicBezTo>
                  <a:cubicBezTo>
                    <a:pt x="13" y="60"/>
                    <a:pt x="9" y="58"/>
                    <a:pt x="5" y="54"/>
                  </a:cubicBezTo>
                  <a:cubicBezTo>
                    <a:pt x="2" y="51"/>
                    <a:pt x="0" y="48"/>
                    <a:pt x="0" y="45"/>
                  </a:cubicBezTo>
                  <a:cubicBezTo>
                    <a:pt x="0" y="42"/>
                    <a:pt x="2" y="38"/>
                    <a:pt x="4" y="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solidFill>
                  <a:schemeClr val="accent3"/>
                </a:solidFill>
              </a:endParaRPr>
            </a:p>
          </p:txBody>
        </p:sp>
        <p:sp>
          <p:nvSpPr>
            <p:cNvPr id="13" name="Freeform 87">
              <a:extLst>
                <a:ext uri="{FF2B5EF4-FFF2-40B4-BE49-F238E27FC236}">
                  <a16:creationId xmlns:a16="http://schemas.microsoft.com/office/drawing/2014/main" id="{DD50561E-2325-4CEA-B9D0-481C88336865}"/>
                </a:ext>
              </a:extLst>
            </p:cNvPr>
            <p:cNvSpPr>
              <a:spLocks/>
            </p:cNvSpPr>
            <p:nvPr/>
          </p:nvSpPr>
          <p:spPr bwMode="auto">
            <a:xfrm rot="4430858">
              <a:off x="4571743" y="5071596"/>
              <a:ext cx="626472" cy="670149"/>
            </a:xfrm>
            <a:custGeom>
              <a:avLst/>
              <a:gdLst>
                <a:gd name="T0" fmla="*/ 0 w 55"/>
                <a:gd name="T1" fmla="*/ 17 h 59"/>
                <a:gd name="T2" fmla="*/ 1 w 55"/>
                <a:gd name="T3" fmla="*/ 11 h 59"/>
                <a:gd name="T4" fmla="*/ 4 w 55"/>
                <a:gd name="T5" fmla="*/ 6 h 59"/>
                <a:gd name="T6" fmla="*/ 7 w 55"/>
                <a:gd name="T7" fmla="*/ 4 h 59"/>
                <a:gd name="T8" fmla="*/ 14 w 55"/>
                <a:gd name="T9" fmla="*/ 0 h 59"/>
                <a:gd name="T10" fmla="*/ 23 w 55"/>
                <a:gd name="T11" fmla="*/ 3 h 59"/>
                <a:gd name="T12" fmla="*/ 31 w 55"/>
                <a:gd name="T13" fmla="*/ 11 h 59"/>
                <a:gd name="T14" fmla="*/ 38 w 55"/>
                <a:gd name="T15" fmla="*/ 20 h 59"/>
                <a:gd name="T16" fmla="*/ 48 w 55"/>
                <a:gd name="T17" fmla="*/ 31 h 59"/>
                <a:gd name="T18" fmla="*/ 55 w 55"/>
                <a:gd name="T19" fmla="*/ 43 h 59"/>
                <a:gd name="T20" fmla="*/ 49 w 55"/>
                <a:gd name="T21" fmla="*/ 55 h 59"/>
                <a:gd name="T22" fmla="*/ 38 w 55"/>
                <a:gd name="T23" fmla="*/ 59 h 59"/>
                <a:gd name="T24" fmla="*/ 33 w 55"/>
                <a:gd name="T25" fmla="*/ 58 h 59"/>
                <a:gd name="T26" fmla="*/ 26 w 55"/>
                <a:gd name="T27" fmla="*/ 53 h 59"/>
                <a:gd name="T28" fmla="*/ 5 w 55"/>
                <a:gd name="T29" fmla="*/ 27 h 59"/>
                <a:gd name="T30" fmla="*/ 0 w 55"/>
                <a:gd name="T31" fmla="*/ 1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 h="59">
                  <a:moveTo>
                    <a:pt x="0" y="17"/>
                  </a:moveTo>
                  <a:cubicBezTo>
                    <a:pt x="0" y="14"/>
                    <a:pt x="0" y="12"/>
                    <a:pt x="1" y="11"/>
                  </a:cubicBezTo>
                  <a:cubicBezTo>
                    <a:pt x="2" y="9"/>
                    <a:pt x="3" y="8"/>
                    <a:pt x="4" y="6"/>
                  </a:cubicBezTo>
                  <a:cubicBezTo>
                    <a:pt x="6" y="5"/>
                    <a:pt x="7" y="4"/>
                    <a:pt x="7" y="4"/>
                  </a:cubicBezTo>
                  <a:cubicBezTo>
                    <a:pt x="9" y="2"/>
                    <a:pt x="12" y="1"/>
                    <a:pt x="14" y="0"/>
                  </a:cubicBezTo>
                  <a:cubicBezTo>
                    <a:pt x="17" y="0"/>
                    <a:pt x="20" y="1"/>
                    <a:pt x="23" y="3"/>
                  </a:cubicBezTo>
                  <a:cubicBezTo>
                    <a:pt x="26" y="4"/>
                    <a:pt x="29" y="7"/>
                    <a:pt x="31" y="11"/>
                  </a:cubicBezTo>
                  <a:cubicBezTo>
                    <a:pt x="38" y="20"/>
                    <a:pt x="38" y="20"/>
                    <a:pt x="38" y="20"/>
                  </a:cubicBezTo>
                  <a:cubicBezTo>
                    <a:pt x="48" y="31"/>
                    <a:pt x="48" y="31"/>
                    <a:pt x="48" y="31"/>
                  </a:cubicBezTo>
                  <a:cubicBezTo>
                    <a:pt x="52" y="36"/>
                    <a:pt x="54" y="40"/>
                    <a:pt x="55" y="43"/>
                  </a:cubicBezTo>
                  <a:cubicBezTo>
                    <a:pt x="55" y="47"/>
                    <a:pt x="54" y="52"/>
                    <a:pt x="49" y="55"/>
                  </a:cubicBezTo>
                  <a:cubicBezTo>
                    <a:pt x="45" y="58"/>
                    <a:pt x="41" y="59"/>
                    <a:pt x="38" y="59"/>
                  </a:cubicBezTo>
                  <a:cubicBezTo>
                    <a:pt x="37" y="59"/>
                    <a:pt x="35" y="59"/>
                    <a:pt x="33" y="58"/>
                  </a:cubicBezTo>
                  <a:cubicBezTo>
                    <a:pt x="31" y="57"/>
                    <a:pt x="29" y="55"/>
                    <a:pt x="26" y="53"/>
                  </a:cubicBezTo>
                  <a:cubicBezTo>
                    <a:pt x="23" y="50"/>
                    <a:pt x="5" y="27"/>
                    <a:pt x="5" y="27"/>
                  </a:cubicBezTo>
                  <a:cubicBezTo>
                    <a:pt x="2" y="23"/>
                    <a:pt x="0" y="19"/>
                    <a:pt x="0" y="1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solidFill>
                  <a:schemeClr val="accent3"/>
                </a:solidFill>
              </a:endParaRPr>
            </a:p>
          </p:txBody>
        </p:sp>
      </p:grpSp>
      <p:sp>
        <p:nvSpPr>
          <p:cNvPr id="17" name="Picture Placeholder 16">
            <a:extLst>
              <a:ext uri="{FF2B5EF4-FFF2-40B4-BE49-F238E27FC236}">
                <a16:creationId xmlns:a16="http://schemas.microsoft.com/office/drawing/2014/main" id="{70E23C23-A461-4FB8-98FD-8964B5C3E923}"/>
              </a:ext>
            </a:extLst>
          </p:cNvPr>
          <p:cNvSpPr>
            <a:spLocks noGrp="1"/>
          </p:cNvSpPr>
          <p:nvPr>
            <p:ph type="pic" sz="quarter" idx="10"/>
          </p:nvPr>
        </p:nvSpPr>
        <p:spPr>
          <a:xfrm>
            <a:off x="6313088" y="602658"/>
            <a:ext cx="5326462" cy="5250743"/>
          </a:xfrm>
          <a:custGeom>
            <a:avLst/>
            <a:gdLst>
              <a:gd name="connsiteX0" fmla="*/ 2576092 w 5326462"/>
              <a:gd name="connsiteY0" fmla="*/ 0 h 5250743"/>
              <a:gd name="connsiteX1" fmla="*/ 2803435 w 5326462"/>
              <a:gd name="connsiteY1" fmla="*/ 967 h 5250743"/>
              <a:gd name="connsiteX2" fmla="*/ 3329710 w 5326462"/>
              <a:gd name="connsiteY2" fmla="*/ 47407 h 5250743"/>
              <a:gd name="connsiteX3" fmla="*/ 4304868 w 5326462"/>
              <a:gd name="connsiteY3" fmla="*/ 573726 h 5250743"/>
              <a:gd name="connsiteX4" fmla="*/ 5109760 w 5326462"/>
              <a:gd name="connsiteY4" fmla="*/ 1471563 h 5250743"/>
              <a:gd name="connsiteX5" fmla="*/ 5326462 w 5326462"/>
              <a:gd name="connsiteY5" fmla="*/ 2694480 h 5250743"/>
              <a:gd name="connsiteX6" fmla="*/ 5249068 w 5326462"/>
              <a:gd name="connsiteY6" fmla="*/ 3329158 h 5250743"/>
              <a:gd name="connsiteX7" fmla="*/ 4506091 w 5326462"/>
              <a:gd name="connsiteY7" fmla="*/ 4613994 h 5250743"/>
              <a:gd name="connsiteX8" fmla="*/ 3329710 w 5326462"/>
              <a:gd name="connsiteY8" fmla="*/ 5233192 h 5250743"/>
              <a:gd name="connsiteX9" fmla="*/ 1704448 w 5326462"/>
              <a:gd name="connsiteY9" fmla="*/ 5140313 h 5250743"/>
              <a:gd name="connsiteX10" fmla="*/ 667375 w 5326462"/>
              <a:gd name="connsiteY10" fmla="*/ 4505635 h 5250743"/>
              <a:gd name="connsiteX11" fmla="*/ 17270 w 5326462"/>
              <a:gd name="connsiteY11" fmla="*/ 2880239 h 5250743"/>
              <a:gd name="connsiteX12" fmla="*/ 32749 w 5326462"/>
              <a:gd name="connsiteY12" fmla="*/ 2090761 h 5250743"/>
              <a:gd name="connsiteX13" fmla="*/ 605461 w 5326462"/>
              <a:gd name="connsiteY13" fmla="*/ 929765 h 5250743"/>
              <a:gd name="connsiteX14" fmla="*/ 1549661 w 5326462"/>
              <a:gd name="connsiteY14" fmla="*/ 248646 h 5250743"/>
              <a:gd name="connsiteX15" fmla="*/ 1905671 w 5326462"/>
              <a:gd name="connsiteY15" fmla="*/ 78367 h 5250743"/>
              <a:gd name="connsiteX16" fmla="*/ 2576092 w 5326462"/>
              <a:gd name="connsiteY16" fmla="*/ 0 h 5250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26462" h="5250743">
                <a:moveTo>
                  <a:pt x="2576092" y="0"/>
                </a:moveTo>
                <a:cubicBezTo>
                  <a:pt x="2650583" y="0"/>
                  <a:pt x="2726041" y="967"/>
                  <a:pt x="2803435" y="967"/>
                </a:cubicBezTo>
                <a:cubicBezTo>
                  <a:pt x="3020137" y="967"/>
                  <a:pt x="3205881" y="967"/>
                  <a:pt x="3329710" y="47407"/>
                </a:cubicBezTo>
                <a:cubicBezTo>
                  <a:pt x="3732156" y="124807"/>
                  <a:pt x="4088166" y="387966"/>
                  <a:pt x="4304868" y="573726"/>
                </a:cubicBezTo>
                <a:cubicBezTo>
                  <a:pt x="4537048" y="744005"/>
                  <a:pt x="4893058" y="1069084"/>
                  <a:pt x="5109760" y="1471563"/>
                </a:cubicBezTo>
                <a:cubicBezTo>
                  <a:pt x="5202632" y="2090761"/>
                  <a:pt x="5326462" y="2477760"/>
                  <a:pt x="5326462" y="2694480"/>
                </a:cubicBezTo>
                <a:cubicBezTo>
                  <a:pt x="5326462" y="3267238"/>
                  <a:pt x="5249068" y="3329158"/>
                  <a:pt x="5249068" y="3329158"/>
                </a:cubicBezTo>
                <a:cubicBezTo>
                  <a:pt x="5109760" y="3824516"/>
                  <a:pt x="4784708" y="4288915"/>
                  <a:pt x="4506091" y="4613994"/>
                </a:cubicBezTo>
                <a:cubicBezTo>
                  <a:pt x="4242954" y="4877153"/>
                  <a:pt x="3825029" y="5016473"/>
                  <a:pt x="3329710" y="5233192"/>
                </a:cubicBezTo>
                <a:cubicBezTo>
                  <a:pt x="3020137" y="5233192"/>
                  <a:pt x="2199766" y="5310592"/>
                  <a:pt x="1704448" y="5140313"/>
                </a:cubicBezTo>
                <a:cubicBezTo>
                  <a:pt x="1224608" y="4908113"/>
                  <a:pt x="1069821" y="4861674"/>
                  <a:pt x="667375" y="4505635"/>
                </a:cubicBezTo>
                <a:cubicBezTo>
                  <a:pt x="311365" y="4103156"/>
                  <a:pt x="48228" y="3329158"/>
                  <a:pt x="17270" y="2880239"/>
                </a:cubicBezTo>
                <a:cubicBezTo>
                  <a:pt x="-29166" y="2617080"/>
                  <a:pt x="32749" y="2183641"/>
                  <a:pt x="32749" y="2090761"/>
                </a:cubicBezTo>
                <a:cubicBezTo>
                  <a:pt x="32749" y="1610883"/>
                  <a:pt x="342323" y="1254844"/>
                  <a:pt x="605461" y="929765"/>
                </a:cubicBezTo>
                <a:cubicBezTo>
                  <a:pt x="884077" y="620166"/>
                  <a:pt x="1147215" y="341526"/>
                  <a:pt x="1549661" y="248646"/>
                </a:cubicBezTo>
                <a:cubicBezTo>
                  <a:pt x="1905671" y="78367"/>
                  <a:pt x="1905671" y="78367"/>
                  <a:pt x="1905671" y="78367"/>
                </a:cubicBezTo>
                <a:cubicBezTo>
                  <a:pt x="2137851" y="8707"/>
                  <a:pt x="2352618" y="0"/>
                  <a:pt x="2576092" y="0"/>
                </a:cubicBezTo>
                <a:close/>
              </a:path>
            </a:pathLst>
          </a:custGeom>
        </p:spPr>
        <p:txBody>
          <a:bodyPr wrap="square" anchor="ctr">
            <a:noAutofit/>
          </a:bodyPr>
          <a:lstStyle>
            <a:lvl1pPr algn="ctr">
              <a:defRPr/>
            </a:lvl1pPr>
          </a:lstStyle>
          <a:p>
            <a:r>
              <a:rPr lang="en-US"/>
              <a:t>Click icon to add picture</a:t>
            </a:r>
            <a:endParaRPr lang="en-US" dirty="0"/>
          </a:p>
        </p:txBody>
      </p:sp>
      <p:sp>
        <p:nvSpPr>
          <p:cNvPr id="2" name="Date Placeholder 1">
            <a:extLst>
              <a:ext uri="{FF2B5EF4-FFF2-40B4-BE49-F238E27FC236}">
                <a16:creationId xmlns:a16="http://schemas.microsoft.com/office/drawing/2014/main" id="{F02163F3-078D-4720-9AD1-A9928F83FA5C}"/>
              </a:ext>
            </a:extLst>
          </p:cNvPr>
          <p:cNvSpPr>
            <a:spLocks noGrp="1"/>
          </p:cNvSpPr>
          <p:nvPr>
            <p:ph type="dt" sz="half" idx="13"/>
          </p:nvPr>
        </p:nvSpPr>
        <p:spPr/>
        <p:txBody>
          <a:bodyPr/>
          <a:lstStyle/>
          <a:p>
            <a:r>
              <a:rPr lang="en-US" dirty="0"/>
              <a:t>Sunday, January 31, 20XX</a:t>
            </a:r>
          </a:p>
        </p:txBody>
      </p:sp>
      <p:sp>
        <p:nvSpPr>
          <p:cNvPr id="3" name="Footer Placeholder 2">
            <a:extLst>
              <a:ext uri="{FF2B5EF4-FFF2-40B4-BE49-F238E27FC236}">
                <a16:creationId xmlns:a16="http://schemas.microsoft.com/office/drawing/2014/main" id="{CA66E606-DF41-4627-9F0B-60505B6428D8}"/>
              </a:ext>
            </a:extLst>
          </p:cNvPr>
          <p:cNvSpPr>
            <a:spLocks noGrp="1"/>
          </p:cNvSpPr>
          <p:nvPr>
            <p:ph type="ftr" sz="quarter" idx="14"/>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FC9B5B67-D8DC-4B37-A3AF-8F51794BE0B6}"/>
              </a:ext>
            </a:extLst>
          </p:cNvPr>
          <p:cNvSpPr>
            <a:spLocks noGrp="1"/>
          </p:cNvSpPr>
          <p:nvPr>
            <p:ph type="sldNum" sz="quarter" idx="15"/>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23601180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meline/Chart/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742EB-9E0B-49F7-8E10-36B571EA463C}"/>
              </a:ext>
            </a:extLst>
          </p:cNvPr>
          <p:cNvSpPr>
            <a:spLocks noGrp="1"/>
          </p:cNvSpPr>
          <p:nvPr>
            <p:ph type="title"/>
          </p:nvPr>
        </p:nvSpPr>
        <p:spPr>
          <a:xfrm>
            <a:off x="720000" y="619200"/>
            <a:ext cx="10728322" cy="788666"/>
          </a:xfrm>
        </p:spPr>
        <p:txBody>
          <a:bodyPr anchor="ctr"/>
          <a:lstStyle>
            <a:lvl1pPr algn="ctr">
              <a:defRPr/>
            </a:lvl1pPr>
          </a:lstStyle>
          <a:p>
            <a:r>
              <a:rPr lang="en-US"/>
              <a:t>Click to edit Master title style</a:t>
            </a:r>
            <a:endParaRPr lang="en-US" dirty="0"/>
          </a:p>
        </p:txBody>
      </p:sp>
      <p:grpSp>
        <p:nvGrpSpPr>
          <p:cNvPr id="6" name="Group 5">
            <a:extLst>
              <a:ext uri="{FF2B5EF4-FFF2-40B4-BE49-F238E27FC236}">
                <a16:creationId xmlns:a16="http://schemas.microsoft.com/office/drawing/2014/main" id="{745DFF49-F0B6-4108-84E7-A232D5C93F6D}"/>
              </a:ext>
              <a:ext uri="{C183D7F6-B498-43B3-948B-1728B52AA6E4}">
                <adec:decorative xmlns:adec="http://schemas.microsoft.com/office/drawing/2017/decorative" val="1"/>
              </a:ext>
            </a:extLst>
          </p:cNvPr>
          <p:cNvGrpSpPr/>
          <p:nvPr userDrawn="1"/>
        </p:nvGrpSpPr>
        <p:grpSpPr>
          <a:xfrm>
            <a:off x="389400" y="406270"/>
            <a:ext cx="684878" cy="1449344"/>
            <a:chOff x="643527" y="1187494"/>
            <a:chExt cx="1434178" cy="3035022"/>
          </a:xfrm>
        </p:grpSpPr>
        <p:sp>
          <p:nvSpPr>
            <p:cNvPr id="7" name="Freeform 78">
              <a:extLst>
                <a:ext uri="{FF2B5EF4-FFF2-40B4-BE49-F238E27FC236}">
                  <a16:creationId xmlns:a16="http://schemas.microsoft.com/office/drawing/2014/main" id="{26429D18-1F25-4DC1-AA62-9756BB4893A5}"/>
                </a:ext>
              </a:extLst>
            </p:cNvPr>
            <p:cNvSpPr>
              <a:spLocks/>
            </p:cNvSpPr>
            <p:nvPr/>
          </p:nvSpPr>
          <p:spPr bwMode="auto">
            <a:xfrm rot="16800114">
              <a:off x="1083914" y="3331230"/>
              <a:ext cx="879143" cy="903430"/>
            </a:xfrm>
            <a:custGeom>
              <a:avLst/>
              <a:gdLst>
                <a:gd name="T0" fmla="*/ 32 w 58"/>
                <a:gd name="T1" fmla="*/ 56 h 60"/>
                <a:gd name="T2" fmla="*/ 24 w 58"/>
                <a:gd name="T3" fmla="*/ 48 h 60"/>
                <a:gd name="T4" fmla="*/ 14 w 58"/>
                <a:gd name="T5" fmla="*/ 36 h 60"/>
                <a:gd name="T6" fmla="*/ 7 w 58"/>
                <a:gd name="T7" fmla="*/ 29 h 60"/>
                <a:gd name="T8" fmla="*/ 1 w 58"/>
                <a:gd name="T9" fmla="*/ 17 h 60"/>
                <a:gd name="T10" fmla="*/ 7 w 58"/>
                <a:gd name="T11" fmla="*/ 4 h 60"/>
                <a:gd name="T12" fmla="*/ 17 w 58"/>
                <a:gd name="T13" fmla="*/ 1 h 60"/>
                <a:gd name="T14" fmla="*/ 29 w 58"/>
                <a:gd name="T15" fmla="*/ 6 h 60"/>
                <a:gd name="T16" fmla="*/ 31 w 58"/>
                <a:gd name="T17" fmla="*/ 8 h 60"/>
                <a:gd name="T18" fmla="*/ 38 w 58"/>
                <a:gd name="T19" fmla="*/ 15 h 60"/>
                <a:gd name="T20" fmla="*/ 44 w 58"/>
                <a:gd name="T21" fmla="*/ 22 h 60"/>
                <a:gd name="T22" fmla="*/ 54 w 58"/>
                <a:gd name="T23" fmla="*/ 33 h 60"/>
                <a:gd name="T24" fmla="*/ 58 w 58"/>
                <a:gd name="T25" fmla="*/ 44 h 60"/>
                <a:gd name="T26" fmla="*/ 53 w 58"/>
                <a:gd name="T27" fmla="*/ 54 h 60"/>
                <a:gd name="T28" fmla="*/ 42 w 58"/>
                <a:gd name="T29" fmla="*/ 60 h 60"/>
                <a:gd name="T30" fmla="*/ 32 w 58"/>
                <a:gd name="T31" fmla="*/ 5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8" h="60">
                  <a:moveTo>
                    <a:pt x="32" y="56"/>
                  </a:moveTo>
                  <a:cubicBezTo>
                    <a:pt x="30" y="54"/>
                    <a:pt x="31" y="55"/>
                    <a:pt x="24" y="48"/>
                  </a:cubicBezTo>
                  <a:cubicBezTo>
                    <a:pt x="17" y="40"/>
                    <a:pt x="14" y="36"/>
                    <a:pt x="14" y="36"/>
                  </a:cubicBezTo>
                  <a:cubicBezTo>
                    <a:pt x="8" y="30"/>
                    <a:pt x="14" y="37"/>
                    <a:pt x="7" y="29"/>
                  </a:cubicBezTo>
                  <a:cubicBezTo>
                    <a:pt x="3" y="24"/>
                    <a:pt x="1" y="20"/>
                    <a:pt x="1" y="17"/>
                  </a:cubicBezTo>
                  <a:cubicBezTo>
                    <a:pt x="0" y="13"/>
                    <a:pt x="3" y="9"/>
                    <a:pt x="7" y="4"/>
                  </a:cubicBezTo>
                  <a:cubicBezTo>
                    <a:pt x="10" y="2"/>
                    <a:pt x="13" y="0"/>
                    <a:pt x="17" y="1"/>
                  </a:cubicBezTo>
                  <a:cubicBezTo>
                    <a:pt x="21" y="1"/>
                    <a:pt x="25" y="3"/>
                    <a:pt x="29" y="6"/>
                  </a:cubicBezTo>
                  <a:cubicBezTo>
                    <a:pt x="31" y="8"/>
                    <a:pt x="31" y="8"/>
                    <a:pt x="31" y="8"/>
                  </a:cubicBezTo>
                  <a:cubicBezTo>
                    <a:pt x="33" y="11"/>
                    <a:pt x="37" y="15"/>
                    <a:pt x="38" y="15"/>
                  </a:cubicBezTo>
                  <a:cubicBezTo>
                    <a:pt x="42" y="20"/>
                    <a:pt x="40" y="18"/>
                    <a:pt x="44" y="22"/>
                  </a:cubicBezTo>
                  <a:cubicBezTo>
                    <a:pt x="51" y="29"/>
                    <a:pt x="50" y="29"/>
                    <a:pt x="54" y="33"/>
                  </a:cubicBezTo>
                  <a:cubicBezTo>
                    <a:pt x="57" y="37"/>
                    <a:pt x="58" y="40"/>
                    <a:pt x="58" y="44"/>
                  </a:cubicBezTo>
                  <a:cubicBezTo>
                    <a:pt x="58" y="47"/>
                    <a:pt x="56" y="50"/>
                    <a:pt x="53" y="54"/>
                  </a:cubicBezTo>
                  <a:cubicBezTo>
                    <a:pt x="49" y="58"/>
                    <a:pt x="45" y="60"/>
                    <a:pt x="42" y="60"/>
                  </a:cubicBezTo>
                  <a:cubicBezTo>
                    <a:pt x="39" y="60"/>
                    <a:pt x="36" y="59"/>
                    <a:pt x="32" y="5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solidFill>
                  <a:schemeClr val="accent3"/>
                </a:solidFill>
              </a:endParaRPr>
            </a:p>
          </p:txBody>
        </p:sp>
        <p:sp>
          <p:nvSpPr>
            <p:cNvPr id="8" name="Freeform 79">
              <a:extLst>
                <a:ext uri="{FF2B5EF4-FFF2-40B4-BE49-F238E27FC236}">
                  <a16:creationId xmlns:a16="http://schemas.microsoft.com/office/drawing/2014/main" id="{2F8190FD-FA1E-45E0-92AF-2477E4DA55AA}"/>
                </a:ext>
              </a:extLst>
            </p:cNvPr>
            <p:cNvSpPr>
              <a:spLocks/>
            </p:cNvSpPr>
            <p:nvPr/>
          </p:nvSpPr>
          <p:spPr bwMode="auto">
            <a:xfrm rot="16800114">
              <a:off x="869193" y="1989904"/>
              <a:ext cx="743890" cy="1195221"/>
            </a:xfrm>
            <a:custGeom>
              <a:avLst/>
              <a:gdLst>
                <a:gd name="T0" fmla="*/ 15 w 49"/>
                <a:gd name="T1" fmla="*/ 65 h 79"/>
                <a:gd name="T2" fmla="*/ 12 w 49"/>
                <a:gd name="T3" fmla="*/ 54 h 79"/>
                <a:gd name="T4" fmla="*/ 8 w 49"/>
                <a:gd name="T5" fmla="*/ 33 h 79"/>
                <a:gd name="T6" fmla="*/ 38 w 49"/>
                <a:gd name="T7" fmla="*/ 24 h 79"/>
                <a:gd name="T8" fmla="*/ 45 w 49"/>
                <a:gd name="T9" fmla="*/ 70 h 79"/>
                <a:gd name="T10" fmla="*/ 15 w 49"/>
                <a:gd name="T11" fmla="*/ 65 h 79"/>
              </a:gdLst>
              <a:ahLst/>
              <a:cxnLst>
                <a:cxn ang="0">
                  <a:pos x="T0" y="T1"/>
                </a:cxn>
                <a:cxn ang="0">
                  <a:pos x="T2" y="T3"/>
                </a:cxn>
                <a:cxn ang="0">
                  <a:pos x="T4" y="T5"/>
                </a:cxn>
                <a:cxn ang="0">
                  <a:pos x="T6" y="T7"/>
                </a:cxn>
                <a:cxn ang="0">
                  <a:pos x="T8" y="T9"/>
                </a:cxn>
                <a:cxn ang="0">
                  <a:pos x="T10" y="T11"/>
                </a:cxn>
              </a:cxnLst>
              <a:rect l="0" t="0" r="r" b="b"/>
              <a:pathLst>
                <a:path w="49" h="79">
                  <a:moveTo>
                    <a:pt x="15" y="65"/>
                  </a:moveTo>
                  <a:cubicBezTo>
                    <a:pt x="14" y="59"/>
                    <a:pt x="13" y="58"/>
                    <a:pt x="12" y="54"/>
                  </a:cubicBezTo>
                  <a:cubicBezTo>
                    <a:pt x="11" y="45"/>
                    <a:pt x="10" y="40"/>
                    <a:pt x="8" y="33"/>
                  </a:cubicBezTo>
                  <a:cubicBezTo>
                    <a:pt x="0" y="9"/>
                    <a:pt x="34" y="0"/>
                    <a:pt x="38" y="24"/>
                  </a:cubicBezTo>
                  <a:cubicBezTo>
                    <a:pt x="43" y="43"/>
                    <a:pt x="49" y="60"/>
                    <a:pt x="45" y="70"/>
                  </a:cubicBezTo>
                  <a:cubicBezTo>
                    <a:pt x="38" y="77"/>
                    <a:pt x="19" y="79"/>
                    <a:pt x="15" y="6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solidFill>
                  <a:schemeClr val="accent3"/>
                </a:solidFill>
              </a:endParaRPr>
            </a:p>
          </p:txBody>
        </p:sp>
        <p:sp>
          <p:nvSpPr>
            <p:cNvPr id="9" name="Freeform 85">
              <a:extLst>
                <a:ext uri="{FF2B5EF4-FFF2-40B4-BE49-F238E27FC236}">
                  <a16:creationId xmlns:a16="http://schemas.microsoft.com/office/drawing/2014/main" id="{68978028-4C22-4D83-8C18-F33CD82D3520}"/>
                </a:ext>
              </a:extLst>
            </p:cNvPr>
            <p:cNvSpPr>
              <a:spLocks/>
            </p:cNvSpPr>
            <p:nvPr/>
          </p:nvSpPr>
          <p:spPr bwMode="auto">
            <a:xfrm rot="16800114">
              <a:off x="1316205" y="967005"/>
              <a:ext cx="541011" cy="981989"/>
            </a:xfrm>
            <a:custGeom>
              <a:avLst/>
              <a:gdLst>
                <a:gd name="T0" fmla="*/ 36 w 36"/>
                <a:gd name="T1" fmla="*/ 15 h 65"/>
                <a:gd name="T2" fmla="*/ 34 w 36"/>
                <a:gd name="T3" fmla="*/ 5 h 65"/>
                <a:gd name="T4" fmla="*/ 28 w 36"/>
                <a:gd name="T5" fmla="*/ 1 h 65"/>
                <a:gd name="T6" fmla="*/ 23 w 36"/>
                <a:gd name="T7" fmla="*/ 0 h 65"/>
                <a:gd name="T8" fmla="*/ 13 w 36"/>
                <a:gd name="T9" fmla="*/ 1 h 65"/>
                <a:gd name="T10" fmla="*/ 7 w 36"/>
                <a:gd name="T11" fmla="*/ 9 h 65"/>
                <a:gd name="T12" fmla="*/ 4 w 36"/>
                <a:gd name="T13" fmla="*/ 19 h 65"/>
                <a:gd name="T14" fmla="*/ 0 w 36"/>
                <a:gd name="T15" fmla="*/ 44 h 65"/>
                <a:gd name="T16" fmla="*/ 1 w 36"/>
                <a:gd name="T17" fmla="*/ 58 h 65"/>
                <a:gd name="T18" fmla="*/ 8 w 36"/>
                <a:gd name="T19" fmla="*/ 64 h 65"/>
                <a:gd name="T20" fmla="*/ 16 w 36"/>
                <a:gd name="T21" fmla="*/ 65 h 65"/>
                <a:gd name="T22" fmla="*/ 25 w 36"/>
                <a:gd name="T23" fmla="*/ 63 h 65"/>
                <a:gd name="T24" fmla="*/ 31 w 36"/>
                <a:gd name="T25" fmla="*/ 55 h 65"/>
                <a:gd name="T26" fmla="*/ 34 w 36"/>
                <a:gd name="T27" fmla="*/ 40 h 65"/>
                <a:gd name="T28" fmla="*/ 36 w 36"/>
                <a:gd name="T29" fmla="*/ 15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 h="65">
                  <a:moveTo>
                    <a:pt x="36" y="15"/>
                  </a:moveTo>
                  <a:cubicBezTo>
                    <a:pt x="36" y="10"/>
                    <a:pt x="35" y="7"/>
                    <a:pt x="34" y="5"/>
                  </a:cubicBezTo>
                  <a:cubicBezTo>
                    <a:pt x="33" y="3"/>
                    <a:pt x="31" y="2"/>
                    <a:pt x="28" y="1"/>
                  </a:cubicBezTo>
                  <a:cubicBezTo>
                    <a:pt x="27" y="1"/>
                    <a:pt x="25" y="1"/>
                    <a:pt x="23" y="0"/>
                  </a:cubicBezTo>
                  <a:cubicBezTo>
                    <a:pt x="19" y="0"/>
                    <a:pt x="16" y="0"/>
                    <a:pt x="13" y="1"/>
                  </a:cubicBezTo>
                  <a:cubicBezTo>
                    <a:pt x="11" y="2"/>
                    <a:pt x="9" y="4"/>
                    <a:pt x="7" y="9"/>
                  </a:cubicBezTo>
                  <a:cubicBezTo>
                    <a:pt x="6" y="13"/>
                    <a:pt x="5" y="17"/>
                    <a:pt x="4" y="19"/>
                  </a:cubicBezTo>
                  <a:cubicBezTo>
                    <a:pt x="2" y="29"/>
                    <a:pt x="0" y="44"/>
                    <a:pt x="0" y="44"/>
                  </a:cubicBezTo>
                  <a:cubicBezTo>
                    <a:pt x="0" y="50"/>
                    <a:pt x="0" y="55"/>
                    <a:pt x="1" y="58"/>
                  </a:cubicBezTo>
                  <a:cubicBezTo>
                    <a:pt x="2" y="61"/>
                    <a:pt x="5" y="63"/>
                    <a:pt x="8" y="64"/>
                  </a:cubicBezTo>
                  <a:cubicBezTo>
                    <a:pt x="11" y="65"/>
                    <a:pt x="13" y="65"/>
                    <a:pt x="16" y="65"/>
                  </a:cubicBezTo>
                  <a:cubicBezTo>
                    <a:pt x="19" y="65"/>
                    <a:pt x="22" y="64"/>
                    <a:pt x="25" y="63"/>
                  </a:cubicBezTo>
                  <a:cubicBezTo>
                    <a:pt x="28" y="61"/>
                    <a:pt x="30" y="59"/>
                    <a:pt x="31" y="55"/>
                  </a:cubicBezTo>
                  <a:cubicBezTo>
                    <a:pt x="32" y="50"/>
                    <a:pt x="31" y="54"/>
                    <a:pt x="34" y="40"/>
                  </a:cubicBezTo>
                  <a:lnTo>
                    <a:pt x="36" y="1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solidFill>
                  <a:schemeClr val="accent3"/>
                </a:solidFill>
              </a:endParaRPr>
            </a:p>
          </p:txBody>
        </p:sp>
      </p:grpSp>
      <p:grpSp>
        <p:nvGrpSpPr>
          <p:cNvPr id="10" name="Group 9">
            <a:extLst>
              <a:ext uri="{FF2B5EF4-FFF2-40B4-BE49-F238E27FC236}">
                <a16:creationId xmlns:a16="http://schemas.microsoft.com/office/drawing/2014/main" id="{72B55D6E-6E16-48FC-A299-E4396F6ECE60}"/>
              </a:ext>
              <a:ext uri="{C183D7F6-B498-43B3-948B-1728B52AA6E4}">
                <adec:decorative xmlns:adec="http://schemas.microsoft.com/office/drawing/2017/decorative" val="1"/>
              </a:ext>
            </a:extLst>
          </p:cNvPr>
          <p:cNvGrpSpPr/>
          <p:nvPr userDrawn="1"/>
        </p:nvGrpSpPr>
        <p:grpSpPr>
          <a:xfrm>
            <a:off x="11025211" y="268795"/>
            <a:ext cx="632305" cy="1606552"/>
            <a:chOff x="10224385" y="954724"/>
            <a:chExt cx="1324087" cy="3364228"/>
          </a:xfrm>
        </p:grpSpPr>
        <p:sp>
          <p:nvSpPr>
            <p:cNvPr id="11" name="Freeform 80">
              <a:extLst>
                <a:ext uri="{FF2B5EF4-FFF2-40B4-BE49-F238E27FC236}">
                  <a16:creationId xmlns:a16="http://schemas.microsoft.com/office/drawing/2014/main" id="{049B3391-07C4-4691-9541-15597E0AD373}"/>
                </a:ext>
              </a:extLst>
            </p:cNvPr>
            <p:cNvSpPr>
              <a:spLocks/>
            </p:cNvSpPr>
            <p:nvPr/>
          </p:nvSpPr>
          <p:spPr bwMode="auto">
            <a:xfrm>
              <a:off x="10562739" y="2385730"/>
              <a:ext cx="985733" cy="504616"/>
            </a:xfrm>
            <a:custGeom>
              <a:avLst/>
              <a:gdLst>
                <a:gd name="T0" fmla="*/ 53 w 66"/>
                <a:gd name="T1" fmla="*/ 33 h 34"/>
                <a:gd name="T2" fmla="*/ 39 w 66"/>
                <a:gd name="T3" fmla="*/ 33 h 34"/>
                <a:gd name="T4" fmla="*/ 21 w 66"/>
                <a:gd name="T5" fmla="*/ 33 h 34"/>
                <a:gd name="T6" fmla="*/ 12 w 66"/>
                <a:gd name="T7" fmla="*/ 32 h 34"/>
                <a:gd name="T8" fmla="*/ 3 w 66"/>
                <a:gd name="T9" fmla="*/ 28 h 34"/>
                <a:gd name="T10" fmla="*/ 0 w 66"/>
                <a:gd name="T11" fmla="*/ 21 h 34"/>
                <a:gd name="T12" fmla="*/ 0 w 66"/>
                <a:gd name="T13" fmla="*/ 16 h 34"/>
                <a:gd name="T14" fmla="*/ 3 w 66"/>
                <a:gd name="T15" fmla="*/ 7 h 34"/>
                <a:gd name="T16" fmla="*/ 11 w 66"/>
                <a:gd name="T17" fmla="*/ 3 h 34"/>
                <a:gd name="T18" fmla="*/ 23 w 66"/>
                <a:gd name="T19" fmla="*/ 2 h 34"/>
                <a:gd name="T20" fmla="*/ 43 w 66"/>
                <a:gd name="T21" fmla="*/ 0 h 34"/>
                <a:gd name="T22" fmla="*/ 48 w 66"/>
                <a:gd name="T23" fmla="*/ 0 h 34"/>
                <a:gd name="T24" fmla="*/ 62 w 66"/>
                <a:gd name="T25" fmla="*/ 4 h 34"/>
                <a:gd name="T26" fmla="*/ 66 w 66"/>
                <a:gd name="T27" fmla="*/ 13 h 34"/>
                <a:gd name="T28" fmla="*/ 66 w 66"/>
                <a:gd name="T29" fmla="*/ 20 h 34"/>
                <a:gd name="T30" fmla="*/ 62 w 66"/>
                <a:gd name="T31" fmla="*/ 29 h 34"/>
                <a:gd name="T32" fmla="*/ 53 w 66"/>
                <a:gd name="T33"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6" h="34">
                  <a:moveTo>
                    <a:pt x="53" y="33"/>
                  </a:moveTo>
                  <a:cubicBezTo>
                    <a:pt x="47" y="33"/>
                    <a:pt x="53" y="34"/>
                    <a:pt x="39" y="33"/>
                  </a:cubicBezTo>
                  <a:cubicBezTo>
                    <a:pt x="24" y="33"/>
                    <a:pt x="21" y="33"/>
                    <a:pt x="21" y="33"/>
                  </a:cubicBezTo>
                  <a:cubicBezTo>
                    <a:pt x="12" y="32"/>
                    <a:pt x="12" y="32"/>
                    <a:pt x="12" y="32"/>
                  </a:cubicBezTo>
                  <a:cubicBezTo>
                    <a:pt x="7" y="31"/>
                    <a:pt x="4" y="30"/>
                    <a:pt x="3" y="28"/>
                  </a:cubicBezTo>
                  <a:cubicBezTo>
                    <a:pt x="1" y="26"/>
                    <a:pt x="0" y="24"/>
                    <a:pt x="0" y="21"/>
                  </a:cubicBezTo>
                  <a:cubicBezTo>
                    <a:pt x="0" y="21"/>
                    <a:pt x="0" y="19"/>
                    <a:pt x="0" y="16"/>
                  </a:cubicBezTo>
                  <a:cubicBezTo>
                    <a:pt x="0" y="13"/>
                    <a:pt x="1" y="10"/>
                    <a:pt x="3" y="7"/>
                  </a:cubicBezTo>
                  <a:cubicBezTo>
                    <a:pt x="4" y="5"/>
                    <a:pt x="7" y="3"/>
                    <a:pt x="11" y="3"/>
                  </a:cubicBezTo>
                  <a:cubicBezTo>
                    <a:pt x="16" y="2"/>
                    <a:pt x="20" y="2"/>
                    <a:pt x="23" y="2"/>
                  </a:cubicBezTo>
                  <a:cubicBezTo>
                    <a:pt x="32" y="1"/>
                    <a:pt x="37" y="0"/>
                    <a:pt x="43" y="0"/>
                  </a:cubicBezTo>
                  <a:cubicBezTo>
                    <a:pt x="48" y="0"/>
                    <a:pt x="48" y="0"/>
                    <a:pt x="48" y="0"/>
                  </a:cubicBezTo>
                  <a:cubicBezTo>
                    <a:pt x="54" y="1"/>
                    <a:pt x="59" y="3"/>
                    <a:pt x="62" y="4"/>
                  </a:cubicBezTo>
                  <a:cubicBezTo>
                    <a:pt x="65" y="6"/>
                    <a:pt x="66" y="9"/>
                    <a:pt x="66" y="13"/>
                  </a:cubicBezTo>
                  <a:cubicBezTo>
                    <a:pt x="66" y="15"/>
                    <a:pt x="66" y="17"/>
                    <a:pt x="66" y="20"/>
                  </a:cubicBezTo>
                  <a:cubicBezTo>
                    <a:pt x="65" y="23"/>
                    <a:pt x="64" y="26"/>
                    <a:pt x="62" y="29"/>
                  </a:cubicBezTo>
                  <a:cubicBezTo>
                    <a:pt x="60" y="31"/>
                    <a:pt x="57" y="32"/>
                    <a:pt x="53" y="3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solidFill>
                  <a:schemeClr val="accent3"/>
                </a:solidFill>
              </a:endParaRPr>
            </a:p>
          </p:txBody>
        </p:sp>
        <p:sp>
          <p:nvSpPr>
            <p:cNvPr id="12" name="Freeform 84">
              <a:extLst>
                <a:ext uri="{FF2B5EF4-FFF2-40B4-BE49-F238E27FC236}">
                  <a16:creationId xmlns:a16="http://schemas.microsoft.com/office/drawing/2014/main" id="{48C4D1B0-7C6A-430D-AE7E-358BE4288FB2}"/>
                </a:ext>
              </a:extLst>
            </p:cNvPr>
            <p:cNvSpPr>
              <a:spLocks/>
            </p:cNvSpPr>
            <p:nvPr/>
          </p:nvSpPr>
          <p:spPr bwMode="auto">
            <a:xfrm rot="874527">
              <a:off x="10288245" y="954724"/>
              <a:ext cx="852074" cy="892781"/>
            </a:xfrm>
            <a:custGeom>
              <a:avLst/>
              <a:gdLst>
                <a:gd name="T0" fmla="*/ 4 w 57"/>
                <a:gd name="T1" fmla="*/ 34 h 60"/>
                <a:gd name="T2" fmla="*/ 17 w 57"/>
                <a:gd name="T3" fmla="*/ 18 h 60"/>
                <a:gd name="T4" fmla="*/ 26 w 57"/>
                <a:gd name="T5" fmla="*/ 8 h 60"/>
                <a:gd name="T6" fmla="*/ 29 w 57"/>
                <a:gd name="T7" fmla="*/ 5 h 60"/>
                <a:gd name="T8" fmla="*/ 41 w 57"/>
                <a:gd name="T9" fmla="*/ 0 h 60"/>
                <a:gd name="T10" fmla="*/ 51 w 57"/>
                <a:gd name="T11" fmla="*/ 6 h 60"/>
                <a:gd name="T12" fmla="*/ 56 w 57"/>
                <a:gd name="T13" fmla="*/ 16 h 60"/>
                <a:gd name="T14" fmla="*/ 51 w 57"/>
                <a:gd name="T15" fmla="*/ 28 h 60"/>
                <a:gd name="T16" fmla="*/ 29 w 57"/>
                <a:gd name="T17" fmla="*/ 53 h 60"/>
                <a:gd name="T18" fmla="*/ 17 w 57"/>
                <a:gd name="T19" fmla="*/ 59 h 60"/>
                <a:gd name="T20" fmla="*/ 5 w 57"/>
                <a:gd name="T21" fmla="*/ 54 h 60"/>
                <a:gd name="T22" fmla="*/ 0 w 57"/>
                <a:gd name="T23" fmla="*/ 45 h 60"/>
                <a:gd name="T24" fmla="*/ 4 w 57"/>
                <a:gd name="T25"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60">
                  <a:moveTo>
                    <a:pt x="4" y="34"/>
                  </a:moveTo>
                  <a:cubicBezTo>
                    <a:pt x="5" y="33"/>
                    <a:pt x="17" y="18"/>
                    <a:pt x="17" y="18"/>
                  </a:cubicBezTo>
                  <a:cubicBezTo>
                    <a:pt x="21" y="14"/>
                    <a:pt x="24" y="10"/>
                    <a:pt x="26" y="8"/>
                  </a:cubicBezTo>
                  <a:cubicBezTo>
                    <a:pt x="29" y="5"/>
                    <a:pt x="29" y="5"/>
                    <a:pt x="29" y="5"/>
                  </a:cubicBezTo>
                  <a:cubicBezTo>
                    <a:pt x="34" y="2"/>
                    <a:pt x="38" y="0"/>
                    <a:pt x="41" y="0"/>
                  </a:cubicBezTo>
                  <a:cubicBezTo>
                    <a:pt x="44" y="1"/>
                    <a:pt x="47" y="2"/>
                    <a:pt x="51" y="6"/>
                  </a:cubicBezTo>
                  <a:cubicBezTo>
                    <a:pt x="55" y="10"/>
                    <a:pt x="57" y="13"/>
                    <a:pt x="56" y="16"/>
                  </a:cubicBezTo>
                  <a:cubicBezTo>
                    <a:pt x="56" y="19"/>
                    <a:pt x="54" y="23"/>
                    <a:pt x="51" y="28"/>
                  </a:cubicBezTo>
                  <a:cubicBezTo>
                    <a:pt x="51" y="28"/>
                    <a:pt x="33" y="48"/>
                    <a:pt x="29" y="53"/>
                  </a:cubicBezTo>
                  <a:cubicBezTo>
                    <a:pt x="25" y="57"/>
                    <a:pt x="21" y="59"/>
                    <a:pt x="17" y="59"/>
                  </a:cubicBezTo>
                  <a:cubicBezTo>
                    <a:pt x="13" y="60"/>
                    <a:pt x="9" y="58"/>
                    <a:pt x="5" y="54"/>
                  </a:cubicBezTo>
                  <a:cubicBezTo>
                    <a:pt x="2" y="51"/>
                    <a:pt x="0" y="48"/>
                    <a:pt x="0" y="45"/>
                  </a:cubicBezTo>
                  <a:cubicBezTo>
                    <a:pt x="0" y="42"/>
                    <a:pt x="2" y="38"/>
                    <a:pt x="4" y="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solidFill>
                  <a:schemeClr val="accent3"/>
                </a:solidFill>
              </a:endParaRPr>
            </a:p>
          </p:txBody>
        </p:sp>
        <p:sp>
          <p:nvSpPr>
            <p:cNvPr id="13" name="Freeform 87">
              <a:extLst>
                <a:ext uri="{FF2B5EF4-FFF2-40B4-BE49-F238E27FC236}">
                  <a16:creationId xmlns:a16="http://schemas.microsoft.com/office/drawing/2014/main" id="{4B16BFE5-BF16-4086-B18B-F01774CAD03D}"/>
                </a:ext>
              </a:extLst>
            </p:cNvPr>
            <p:cNvSpPr>
              <a:spLocks/>
            </p:cNvSpPr>
            <p:nvPr/>
          </p:nvSpPr>
          <p:spPr bwMode="auto">
            <a:xfrm rot="20630858">
              <a:off x="10224385" y="3437261"/>
              <a:ext cx="824227" cy="881691"/>
            </a:xfrm>
            <a:custGeom>
              <a:avLst/>
              <a:gdLst>
                <a:gd name="T0" fmla="*/ 0 w 55"/>
                <a:gd name="T1" fmla="*/ 17 h 59"/>
                <a:gd name="T2" fmla="*/ 1 w 55"/>
                <a:gd name="T3" fmla="*/ 11 h 59"/>
                <a:gd name="T4" fmla="*/ 4 w 55"/>
                <a:gd name="T5" fmla="*/ 6 h 59"/>
                <a:gd name="T6" fmla="*/ 7 w 55"/>
                <a:gd name="T7" fmla="*/ 4 h 59"/>
                <a:gd name="T8" fmla="*/ 14 w 55"/>
                <a:gd name="T9" fmla="*/ 0 h 59"/>
                <a:gd name="T10" fmla="*/ 23 w 55"/>
                <a:gd name="T11" fmla="*/ 3 h 59"/>
                <a:gd name="T12" fmla="*/ 31 w 55"/>
                <a:gd name="T13" fmla="*/ 11 h 59"/>
                <a:gd name="T14" fmla="*/ 38 w 55"/>
                <a:gd name="T15" fmla="*/ 20 h 59"/>
                <a:gd name="T16" fmla="*/ 48 w 55"/>
                <a:gd name="T17" fmla="*/ 31 h 59"/>
                <a:gd name="T18" fmla="*/ 55 w 55"/>
                <a:gd name="T19" fmla="*/ 43 h 59"/>
                <a:gd name="T20" fmla="*/ 49 w 55"/>
                <a:gd name="T21" fmla="*/ 55 h 59"/>
                <a:gd name="T22" fmla="*/ 38 w 55"/>
                <a:gd name="T23" fmla="*/ 59 h 59"/>
                <a:gd name="T24" fmla="*/ 33 w 55"/>
                <a:gd name="T25" fmla="*/ 58 h 59"/>
                <a:gd name="T26" fmla="*/ 26 w 55"/>
                <a:gd name="T27" fmla="*/ 53 h 59"/>
                <a:gd name="T28" fmla="*/ 5 w 55"/>
                <a:gd name="T29" fmla="*/ 27 h 59"/>
                <a:gd name="T30" fmla="*/ 0 w 55"/>
                <a:gd name="T31" fmla="*/ 17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 h="59">
                  <a:moveTo>
                    <a:pt x="0" y="17"/>
                  </a:moveTo>
                  <a:cubicBezTo>
                    <a:pt x="0" y="14"/>
                    <a:pt x="0" y="12"/>
                    <a:pt x="1" y="11"/>
                  </a:cubicBezTo>
                  <a:cubicBezTo>
                    <a:pt x="2" y="9"/>
                    <a:pt x="3" y="8"/>
                    <a:pt x="4" y="6"/>
                  </a:cubicBezTo>
                  <a:cubicBezTo>
                    <a:pt x="6" y="5"/>
                    <a:pt x="7" y="4"/>
                    <a:pt x="7" y="4"/>
                  </a:cubicBezTo>
                  <a:cubicBezTo>
                    <a:pt x="9" y="2"/>
                    <a:pt x="12" y="1"/>
                    <a:pt x="14" y="0"/>
                  </a:cubicBezTo>
                  <a:cubicBezTo>
                    <a:pt x="17" y="0"/>
                    <a:pt x="20" y="1"/>
                    <a:pt x="23" y="3"/>
                  </a:cubicBezTo>
                  <a:cubicBezTo>
                    <a:pt x="26" y="4"/>
                    <a:pt x="29" y="7"/>
                    <a:pt x="31" y="11"/>
                  </a:cubicBezTo>
                  <a:cubicBezTo>
                    <a:pt x="38" y="20"/>
                    <a:pt x="38" y="20"/>
                    <a:pt x="38" y="20"/>
                  </a:cubicBezTo>
                  <a:cubicBezTo>
                    <a:pt x="48" y="31"/>
                    <a:pt x="48" y="31"/>
                    <a:pt x="48" y="31"/>
                  </a:cubicBezTo>
                  <a:cubicBezTo>
                    <a:pt x="52" y="36"/>
                    <a:pt x="54" y="40"/>
                    <a:pt x="55" y="43"/>
                  </a:cubicBezTo>
                  <a:cubicBezTo>
                    <a:pt x="55" y="47"/>
                    <a:pt x="54" y="52"/>
                    <a:pt x="49" y="55"/>
                  </a:cubicBezTo>
                  <a:cubicBezTo>
                    <a:pt x="45" y="58"/>
                    <a:pt x="41" y="59"/>
                    <a:pt x="38" y="59"/>
                  </a:cubicBezTo>
                  <a:cubicBezTo>
                    <a:pt x="37" y="59"/>
                    <a:pt x="35" y="59"/>
                    <a:pt x="33" y="58"/>
                  </a:cubicBezTo>
                  <a:cubicBezTo>
                    <a:pt x="31" y="57"/>
                    <a:pt x="29" y="55"/>
                    <a:pt x="26" y="53"/>
                  </a:cubicBezTo>
                  <a:cubicBezTo>
                    <a:pt x="23" y="50"/>
                    <a:pt x="5" y="27"/>
                    <a:pt x="5" y="27"/>
                  </a:cubicBezTo>
                  <a:cubicBezTo>
                    <a:pt x="2" y="23"/>
                    <a:pt x="0" y="19"/>
                    <a:pt x="0" y="1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dirty="0">
                <a:solidFill>
                  <a:schemeClr val="accent3"/>
                </a:solidFill>
              </a:endParaRPr>
            </a:p>
          </p:txBody>
        </p:sp>
      </p:grpSp>
      <p:sp>
        <p:nvSpPr>
          <p:cNvPr id="16" name="Content Placeholder 15">
            <a:extLst>
              <a:ext uri="{FF2B5EF4-FFF2-40B4-BE49-F238E27FC236}">
                <a16:creationId xmlns:a16="http://schemas.microsoft.com/office/drawing/2014/main" id="{4D52E10E-90D0-4871-B821-A722EECDF74D}"/>
              </a:ext>
            </a:extLst>
          </p:cNvPr>
          <p:cNvSpPr>
            <a:spLocks noGrp="1"/>
          </p:cNvSpPr>
          <p:nvPr>
            <p:ph sz="quarter" idx="13"/>
          </p:nvPr>
        </p:nvSpPr>
        <p:spPr>
          <a:xfrm>
            <a:off x="774133" y="2385982"/>
            <a:ext cx="10643735" cy="324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a:extLst>
              <a:ext uri="{FF2B5EF4-FFF2-40B4-BE49-F238E27FC236}">
                <a16:creationId xmlns:a16="http://schemas.microsoft.com/office/drawing/2014/main" id="{E9328E85-B332-4169-836E-DE954137E10D}"/>
              </a:ext>
            </a:extLst>
          </p:cNvPr>
          <p:cNvSpPr>
            <a:spLocks noGrp="1"/>
          </p:cNvSpPr>
          <p:nvPr>
            <p:ph type="dt" sz="half" idx="14"/>
          </p:nvPr>
        </p:nvSpPr>
        <p:spPr/>
        <p:txBody>
          <a:bodyPr/>
          <a:lstStyle/>
          <a:p>
            <a:r>
              <a:rPr lang="en-US" dirty="0"/>
              <a:t>Sunday, January 31, 20XX</a:t>
            </a:r>
          </a:p>
        </p:txBody>
      </p:sp>
      <p:sp>
        <p:nvSpPr>
          <p:cNvPr id="15" name="Footer Placeholder 14">
            <a:extLst>
              <a:ext uri="{FF2B5EF4-FFF2-40B4-BE49-F238E27FC236}">
                <a16:creationId xmlns:a16="http://schemas.microsoft.com/office/drawing/2014/main" id="{C813C9F2-771F-4066-9E78-F47A0C0ACC69}"/>
              </a:ext>
            </a:extLst>
          </p:cNvPr>
          <p:cNvSpPr>
            <a:spLocks noGrp="1"/>
          </p:cNvSpPr>
          <p:nvPr>
            <p:ph type="ftr" sz="quarter" idx="15"/>
          </p:nvPr>
        </p:nvSpPr>
        <p:spPr/>
        <p:txBody>
          <a:bodyPr/>
          <a:lstStyle/>
          <a:p>
            <a:r>
              <a:rPr lang="en-US" dirty="0"/>
              <a:t>Sample Footer Text</a:t>
            </a:r>
          </a:p>
        </p:txBody>
      </p:sp>
      <p:sp>
        <p:nvSpPr>
          <p:cNvPr id="17" name="Slide Number Placeholder 16">
            <a:extLst>
              <a:ext uri="{FF2B5EF4-FFF2-40B4-BE49-F238E27FC236}">
                <a16:creationId xmlns:a16="http://schemas.microsoft.com/office/drawing/2014/main" id="{B0EA2B99-A7F9-4A91-89D1-A7B1B15982EA}"/>
              </a:ext>
            </a:extLst>
          </p:cNvPr>
          <p:cNvSpPr>
            <a:spLocks noGrp="1"/>
          </p:cNvSpPr>
          <p:nvPr>
            <p:ph type="sldNum" sz="quarter" idx="16"/>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13048816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useBgFill="1">
        <p:nvSpPr>
          <p:cNvPr id="17" name="Freeform: Shape 16">
            <a:extLst>
              <a:ext uri="{FF2B5EF4-FFF2-40B4-BE49-F238E27FC236}">
                <a16:creationId xmlns:a16="http://schemas.microsoft.com/office/drawing/2014/main" id="{765DBEBE-24FD-43C8-B726-088DC641FA54}"/>
              </a:ext>
              <a:ext uri="{C183D7F6-B498-43B3-948B-1728B52AA6E4}">
                <adec:decorative xmlns:adec="http://schemas.microsoft.com/office/drawing/2017/decorative" val="1"/>
              </a:ext>
            </a:extLst>
          </p:cNvPr>
          <p:cNvSpPr>
            <a:spLocks/>
          </p:cNvSpPr>
          <p:nvPr userDrawn="1"/>
        </p:nvSpPr>
        <p:spPr bwMode="auto">
          <a:xfrm rot="5400000">
            <a:off x="4528927" y="-805072"/>
            <a:ext cx="3134147" cy="12192001"/>
          </a:xfrm>
          <a:custGeom>
            <a:avLst/>
            <a:gdLst>
              <a:gd name="connsiteX0" fmla="*/ 0 w 3134147"/>
              <a:gd name="connsiteY0" fmla="*/ 3416314 h 12192001"/>
              <a:gd name="connsiteX1" fmla="*/ 2837 w 3134147"/>
              <a:gd name="connsiteY1" fmla="*/ 3247280 h 12192001"/>
              <a:gd name="connsiteX2" fmla="*/ 7702 w 3134147"/>
              <a:gd name="connsiteY2" fmla="*/ 3090040 h 12192001"/>
              <a:gd name="connsiteX3" fmla="*/ 82223 w 3134147"/>
              <a:gd name="connsiteY3" fmla="*/ 3092468 h 12192001"/>
              <a:gd name="connsiteX4" fmla="*/ 1325465 w 3134147"/>
              <a:gd name="connsiteY4" fmla="*/ 3121352 h 12192001"/>
              <a:gd name="connsiteX5" fmla="*/ 2263825 w 3134147"/>
              <a:gd name="connsiteY5" fmla="*/ 2803189 h 12192001"/>
              <a:gd name="connsiteX6" fmla="*/ 2555285 w 3134147"/>
              <a:gd name="connsiteY6" fmla="*/ 1918540 h 12192001"/>
              <a:gd name="connsiteX7" fmla="*/ 2242499 w 3134147"/>
              <a:gd name="connsiteY7" fmla="*/ 839889 h 12192001"/>
              <a:gd name="connsiteX8" fmla="*/ 1332574 w 3134147"/>
              <a:gd name="connsiteY8" fmla="*/ 591566 h 12192001"/>
              <a:gd name="connsiteX9" fmla="*/ 226548 w 3134147"/>
              <a:gd name="connsiteY9" fmla="*/ 589520 h 12192001"/>
              <a:gd name="connsiteX10" fmla="*/ 115838 w 3134147"/>
              <a:gd name="connsiteY10" fmla="*/ 589954 h 12192001"/>
              <a:gd name="connsiteX11" fmla="*/ 121218 w 3134147"/>
              <a:gd name="connsiteY11" fmla="*/ 489786 h 12192001"/>
              <a:gd name="connsiteX12" fmla="*/ 137792 w 3134147"/>
              <a:gd name="connsiteY12" fmla="*/ 177371 h 12192001"/>
              <a:gd name="connsiteX13" fmla="*/ 146811 w 3134147"/>
              <a:gd name="connsiteY13" fmla="*/ 0 h 12192001"/>
              <a:gd name="connsiteX14" fmla="*/ 3134147 w 3134147"/>
              <a:gd name="connsiteY14" fmla="*/ 0 h 12192001"/>
              <a:gd name="connsiteX15" fmla="*/ 3134146 w 3134147"/>
              <a:gd name="connsiteY15" fmla="*/ 12192001 h 12192001"/>
              <a:gd name="connsiteX16" fmla="*/ 175442 w 3134147"/>
              <a:gd name="connsiteY16" fmla="*/ 12192001 h 12192001"/>
              <a:gd name="connsiteX17" fmla="*/ 172880 w 3134147"/>
              <a:gd name="connsiteY17" fmla="*/ 12180929 h 12192001"/>
              <a:gd name="connsiteX18" fmla="*/ 172880 w 3134147"/>
              <a:gd name="connsiteY18" fmla="*/ 11675594 h 12192001"/>
              <a:gd name="connsiteX19" fmla="*/ 172880 w 3134147"/>
              <a:gd name="connsiteY19" fmla="*/ 11565780 h 12192001"/>
              <a:gd name="connsiteX20" fmla="*/ 197836 w 3134147"/>
              <a:gd name="connsiteY20" fmla="*/ 11565872 h 12192001"/>
              <a:gd name="connsiteX21" fmla="*/ 1517404 w 3134147"/>
              <a:gd name="connsiteY21" fmla="*/ 11562598 h 12192001"/>
              <a:gd name="connsiteX22" fmla="*/ 2278045 w 3134147"/>
              <a:gd name="connsiteY22" fmla="*/ 11267715 h 12192001"/>
              <a:gd name="connsiteX23" fmla="*/ 2555287 w 3134147"/>
              <a:gd name="connsiteY23" fmla="*/ 10297704 h 12192001"/>
              <a:gd name="connsiteX24" fmla="*/ 2242501 w 3134147"/>
              <a:gd name="connsiteY24" fmla="*/ 9451855 h 12192001"/>
              <a:gd name="connsiteX25" fmla="*/ 1517404 w 3134147"/>
              <a:gd name="connsiteY25" fmla="*/ 9079371 h 12192001"/>
              <a:gd name="connsiteX26" fmla="*/ 292489 w 3134147"/>
              <a:gd name="connsiteY26" fmla="*/ 9040484 h 12192001"/>
              <a:gd name="connsiteX27" fmla="*/ 172880 w 3134147"/>
              <a:gd name="connsiteY27" fmla="*/ 9037926 h 12192001"/>
              <a:gd name="connsiteX28" fmla="*/ 172880 w 3134147"/>
              <a:gd name="connsiteY28" fmla="*/ 8788777 h 12192001"/>
              <a:gd name="connsiteX29" fmla="*/ 172880 w 3134147"/>
              <a:gd name="connsiteY29" fmla="*/ 8752186 h 12192001"/>
              <a:gd name="connsiteX30" fmla="*/ 221226 w 3134147"/>
              <a:gd name="connsiteY30" fmla="*/ 8751597 h 12192001"/>
              <a:gd name="connsiteX31" fmla="*/ 1079713 w 3134147"/>
              <a:gd name="connsiteY31" fmla="*/ 8738138 h 12192001"/>
              <a:gd name="connsiteX32" fmla="*/ 1733645 w 3134147"/>
              <a:gd name="connsiteY32" fmla="*/ 8683942 h 12192001"/>
              <a:gd name="connsiteX33" fmla="*/ 2252525 w 3134147"/>
              <a:gd name="connsiteY33" fmla="*/ 6591943 h 12192001"/>
              <a:gd name="connsiteX34" fmla="*/ 1355660 w 3134147"/>
              <a:gd name="connsiteY34" fmla="*/ 6231739 h 12192001"/>
              <a:gd name="connsiteX35" fmla="*/ 1199897 w 3134147"/>
              <a:gd name="connsiteY35" fmla="*/ 6221413 h 12192001"/>
              <a:gd name="connsiteX36" fmla="*/ 750257 w 3134147"/>
              <a:gd name="connsiteY36" fmla="*/ 6221413 h 12192001"/>
              <a:gd name="connsiteX37" fmla="*/ 469318 w 3134147"/>
              <a:gd name="connsiteY37" fmla="*/ 6232755 h 12192001"/>
              <a:gd name="connsiteX38" fmla="*/ 87377 w 3134147"/>
              <a:gd name="connsiteY38" fmla="*/ 6256515 h 12192001"/>
              <a:gd name="connsiteX39" fmla="*/ 65330 w 3134147"/>
              <a:gd name="connsiteY39" fmla="*/ 6257858 h 12192001"/>
              <a:gd name="connsiteX40" fmla="*/ 39551 w 3134147"/>
              <a:gd name="connsiteY40" fmla="*/ 5933709 h 12192001"/>
              <a:gd name="connsiteX41" fmla="*/ 354368 w 3134147"/>
              <a:gd name="connsiteY41" fmla="*/ 5936340 h 12192001"/>
              <a:gd name="connsiteX42" fmla="*/ 1492860 w 3134147"/>
              <a:gd name="connsiteY42" fmla="*/ 5874101 h 12192001"/>
              <a:gd name="connsiteX43" fmla="*/ 1251190 w 3134147"/>
              <a:gd name="connsiteY43" fmla="*/ 3400391 h 12192001"/>
              <a:gd name="connsiteX44" fmla="*/ 113919 w 3134147"/>
              <a:gd name="connsiteY44" fmla="*/ 3416024 h 12192001"/>
              <a:gd name="connsiteX45" fmla="*/ 19642 w 3134147"/>
              <a:gd name="connsiteY45" fmla="*/ 3416130 h 12192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34147" h="12192001">
                <a:moveTo>
                  <a:pt x="0" y="3416314"/>
                </a:moveTo>
                <a:lnTo>
                  <a:pt x="2837" y="3247280"/>
                </a:lnTo>
                <a:lnTo>
                  <a:pt x="7702" y="3090040"/>
                </a:lnTo>
                <a:lnTo>
                  <a:pt x="82223" y="3092468"/>
                </a:lnTo>
                <a:cubicBezTo>
                  <a:pt x="538918" y="3106681"/>
                  <a:pt x="1222832" y="3121352"/>
                  <a:pt x="1325465" y="3121352"/>
                </a:cubicBezTo>
                <a:cubicBezTo>
                  <a:pt x="1688013" y="3121352"/>
                  <a:pt x="2043453" y="3043751"/>
                  <a:pt x="2263825" y="2803189"/>
                </a:cubicBezTo>
                <a:cubicBezTo>
                  <a:pt x="2477089" y="2570386"/>
                  <a:pt x="2555285" y="2151342"/>
                  <a:pt x="2555285" y="1918540"/>
                </a:cubicBezTo>
                <a:cubicBezTo>
                  <a:pt x="2555285" y="1359814"/>
                  <a:pt x="2455762" y="1080451"/>
                  <a:pt x="2242499" y="839889"/>
                </a:cubicBezTo>
                <a:cubicBezTo>
                  <a:pt x="2093214" y="684687"/>
                  <a:pt x="1581382" y="599326"/>
                  <a:pt x="1332574" y="591566"/>
                </a:cubicBezTo>
                <a:cubicBezTo>
                  <a:pt x="1172627" y="586716"/>
                  <a:pt x="648909" y="587929"/>
                  <a:pt x="226548" y="589520"/>
                </a:cubicBezTo>
                <a:lnTo>
                  <a:pt x="115838" y="589954"/>
                </a:lnTo>
                <a:lnTo>
                  <a:pt x="121218" y="489786"/>
                </a:lnTo>
                <a:cubicBezTo>
                  <a:pt x="127052" y="381154"/>
                  <a:pt x="132619" y="276859"/>
                  <a:pt x="137792" y="177371"/>
                </a:cubicBezTo>
                <a:lnTo>
                  <a:pt x="146811" y="0"/>
                </a:lnTo>
                <a:lnTo>
                  <a:pt x="3134147" y="0"/>
                </a:lnTo>
                <a:lnTo>
                  <a:pt x="3134146" y="12192001"/>
                </a:lnTo>
                <a:lnTo>
                  <a:pt x="175442" y="12192001"/>
                </a:lnTo>
                <a:lnTo>
                  <a:pt x="172880" y="12180929"/>
                </a:lnTo>
                <a:cubicBezTo>
                  <a:pt x="172880" y="12085807"/>
                  <a:pt x="172880" y="11919343"/>
                  <a:pt x="172880" y="11675594"/>
                </a:cubicBezTo>
                <a:lnTo>
                  <a:pt x="172880" y="11565780"/>
                </a:lnTo>
                <a:lnTo>
                  <a:pt x="197836" y="11565872"/>
                </a:lnTo>
                <a:cubicBezTo>
                  <a:pt x="649688" y="11566963"/>
                  <a:pt x="1357457" y="11562598"/>
                  <a:pt x="1517404" y="11562598"/>
                </a:cubicBezTo>
                <a:cubicBezTo>
                  <a:pt x="1879953" y="11562598"/>
                  <a:pt x="2206957" y="11368596"/>
                  <a:pt x="2278045" y="11267715"/>
                </a:cubicBezTo>
                <a:cubicBezTo>
                  <a:pt x="2349132" y="11166834"/>
                  <a:pt x="2555287" y="10771069"/>
                  <a:pt x="2555287" y="10297704"/>
                </a:cubicBezTo>
                <a:cubicBezTo>
                  <a:pt x="2555287" y="9979541"/>
                  <a:pt x="2384676" y="9607057"/>
                  <a:pt x="2242501" y="9451855"/>
                </a:cubicBezTo>
                <a:cubicBezTo>
                  <a:pt x="2093216" y="9211293"/>
                  <a:pt x="1638254" y="9094891"/>
                  <a:pt x="1517404" y="9079371"/>
                </a:cubicBezTo>
                <a:cubicBezTo>
                  <a:pt x="1434320" y="9068701"/>
                  <a:pt x="756514" y="9050695"/>
                  <a:pt x="292489" y="9040484"/>
                </a:cubicBezTo>
                <a:lnTo>
                  <a:pt x="172880" y="9037926"/>
                </a:lnTo>
                <a:lnTo>
                  <a:pt x="172880" y="8788777"/>
                </a:lnTo>
                <a:lnTo>
                  <a:pt x="172880" y="8752186"/>
                </a:lnTo>
                <a:lnTo>
                  <a:pt x="221226" y="8751597"/>
                </a:lnTo>
                <a:cubicBezTo>
                  <a:pt x="497927" y="8747302"/>
                  <a:pt x="709655" y="8738138"/>
                  <a:pt x="1079713" y="8738138"/>
                </a:cubicBezTo>
                <a:cubicBezTo>
                  <a:pt x="1356923" y="8738138"/>
                  <a:pt x="1406679" y="8738138"/>
                  <a:pt x="1733645" y="8683942"/>
                </a:cubicBezTo>
                <a:cubicBezTo>
                  <a:pt x="2622138" y="8629747"/>
                  <a:pt x="2707434" y="7103674"/>
                  <a:pt x="2252525" y="6591943"/>
                </a:cubicBezTo>
                <a:cubicBezTo>
                  <a:pt x="2050393" y="6364641"/>
                  <a:pt x="1733978" y="6266108"/>
                  <a:pt x="1355660" y="6231739"/>
                </a:cubicBezTo>
                <a:lnTo>
                  <a:pt x="1199897" y="6221413"/>
                </a:lnTo>
                <a:lnTo>
                  <a:pt x="750257" y="6221413"/>
                </a:lnTo>
                <a:lnTo>
                  <a:pt x="469318" y="6232755"/>
                </a:lnTo>
                <a:cubicBezTo>
                  <a:pt x="343596" y="6239707"/>
                  <a:pt x="215875" y="6248129"/>
                  <a:pt x="87377" y="6256515"/>
                </a:cubicBezTo>
                <a:lnTo>
                  <a:pt x="65330" y="6257858"/>
                </a:lnTo>
                <a:lnTo>
                  <a:pt x="39551" y="5933709"/>
                </a:lnTo>
                <a:lnTo>
                  <a:pt x="354368" y="5936340"/>
                </a:lnTo>
                <a:cubicBezTo>
                  <a:pt x="715873" y="5928830"/>
                  <a:pt x="1106366" y="5894522"/>
                  <a:pt x="1492860" y="5874101"/>
                </a:cubicBezTo>
                <a:cubicBezTo>
                  <a:pt x="2928665" y="5796716"/>
                  <a:pt x="2878909" y="3377202"/>
                  <a:pt x="1251190" y="3400391"/>
                </a:cubicBezTo>
                <a:cubicBezTo>
                  <a:pt x="810498" y="3400391"/>
                  <a:pt x="597259" y="3416024"/>
                  <a:pt x="113919" y="3416024"/>
                </a:cubicBezTo>
                <a:cubicBezTo>
                  <a:pt x="79268" y="3416024"/>
                  <a:pt x="48171" y="3416024"/>
                  <a:pt x="19642" y="3416130"/>
                </a:cubicBezTo>
                <a:close/>
              </a:path>
            </a:pathLst>
          </a:custGeom>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2" name="Title 1">
            <a:extLst>
              <a:ext uri="{FF2B5EF4-FFF2-40B4-BE49-F238E27FC236}">
                <a16:creationId xmlns:a16="http://schemas.microsoft.com/office/drawing/2014/main" id="{3F0B8B20-A8CB-417B-86FC-AEE221D8D44E}"/>
              </a:ext>
            </a:extLst>
          </p:cNvPr>
          <p:cNvSpPr>
            <a:spLocks noGrp="1"/>
          </p:cNvSpPr>
          <p:nvPr>
            <p:ph type="title"/>
          </p:nvPr>
        </p:nvSpPr>
        <p:spPr>
          <a:xfrm>
            <a:off x="635893" y="607075"/>
            <a:ext cx="7603645" cy="1185705"/>
          </a:xfrm>
        </p:spPr>
        <p:txBody>
          <a:bodyPr/>
          <a:lstStyle/>
          <a:p>
            <a:r>
              <a:rPr lang="en-US"/>
              <a:t>Click to edit Master title style</a:t>
            </a:r>
          </a:p>
        </p:txBody>
      </p:sp>
      <p:sp>
        <p:nvSpPr>
          <p:cNvPr id="13" name="Text Placeholder 12">
            <a:extLst>
              <a:ext uri="{FF2B5EF4-FFF2-40B4-BE49-F238E27FC236}">
                <a16:creationId xmlns:a16="http://schemas.microsoft.com/office/drawing/2014/main" id="{D0ECE118-7FEA-45C5-901F-5083C50EE7AB}"/>
              </a:ext>
            </a:extLst>
          </p:cNvPr>
          <p:cNvSpPr>
            <a:spLocks noGrp="1"/>
          </p:cNvSpPr>
          <p:nvPr>
            <p:ph type="body" sz="quarter" idx="15"/>
          </p:nvPr>
        </p:nvSpPr>
        <p:spPr>
          <a:xfrm>
            <a:off x="8392886" y="567948"/>
            <a:ext cx="3292590" cy="289580"/>
          </a:xfrm>
        </p:spPr>
        <p:txBody>
          <a:bodyPr/>
          <a:lstStyle>
            <a:lvl1pPr algn="r">
              <a:buNone/>
              <a:defRPr lang="en-US" sz="1800" kern="1200" dirty="0" smtClean="0">
                <a:solidFill>
                  <a:schemeClr val="tx2">
                    <a:lumMod val="90000"/>
                  </a:schemeClr>
                </a:solidFill>
                <a:latin typeface="+mn-lt"/>
                <a:ea typeface="+mn-ea"/>
                <a:cs typeface="+mn-cs"/>
              </a:defRPr>
            </a:lvl1pPr>
          </a:lstStyle>
          <a:p>
            <a:pPr lvl="0"/>
            <a:r>
              <a:rPr lang="en-US"/>
              <a:t>Click to edit Master text styles</a:t>
            </a:r>
          </a:p>
        </p:txBody>
      </p:sp>
      <p:sp>
        <p:nvSpPr>
          <p:cNvPr id="20" name="Text Placeholder 12">
            <a:extLst>
              <a:ext uri="{FF2B5EF4-FFF2-40B4-BE49-F238E27FC236}">
                <a16:creationId xmlns:a16="http://schemas.microsoft.com/office/drawing/2014/main" id="{B08CA6E4-8742-4E8A-B7F4-9E1CA95B2FF3}"/>
              </a:ext>
            </a:extLst>
          </p:cNvPr>
          <p:cNvSpPr>
            <a:spLocks noGrp="1"/>
          </p:cNvSpPr>
          <p:nvPr>
            <p:ph type="body" sz="quarter" idx="17"/>
          </p:nvPr>
        </p:nvSpPr>
        <p:spPr>
          <a:xfrm>
            <a:off x="8392886" y="1042422"/>
            <a:ext cx="3292590" cy="289580"/>
          </a:xfrm>
        </p:spPr>
        <p:txBody>
          <a:bodyPr/>
          <a:lstStyle>
            <a:lvl1pPr algn="r">
              <a:buNone/>
              <a:defRPr lang="en-US" sz="1800" kern="1200" dirty="0" smtClean="0">
                <a:solidFill>
                  <a:schemeClr val="tx2">
                    <a:lumMod val="90000"/>
                  </a:schemeClr>
                </a:solidFill>
                <a:latin typeface="+mn-lt"/>
                <a:ea typeface="+mn-ea"/>
                <a:cs typeface="+mn-cs"/>
              </a:defRPr>
            </a:lvl1pPr>
          </a:lstStyle>
          <a:p>
            <a:pPr lvl="0"/>
            <a:r>
              <a:rPr lang="en-US"/>
              <a:t>Click to edit Master text styles</a:t>
            </a:r>
          </a:p>
        </p:txBody>
      </p:sp>
      <p:sp>
        <p:nvSpPr>
          <p:cNvPr id="18" name="Text Placeholder 12">
            <a:extLst>
              <a:ext uri="{FF2B5EF4-FFF2-40B4-BE49-F238E27FC236}">
                <a16:creationId xmlns:a16="http://schemas.microsoft.com/office/drawing/2014/main" id="{9D001911-A74E-435A-8FE7-676355D672B8}"/>
              </a:ext>
            </a:extLst>
          </p:cNvPr>
          <p:cNvSpPr>
            <a:spLocks noGrp="1"/>
          </p:cNvSpPr>
          <p:nvPr>
            <p:ph type="body" sz="quarter" idx="16"/>
          </p:nvPr>
        </p:nvSpPr>
        <p:spPr>
          <a:xfrm>
            <a:off x="8392886" y="1503200"/>
            <a:ext cx="3292590" cy="289580"/>
          </a:xfrm>
        </p:spPr>
        <p:txBody>
          <a:bodyPr/>
          <a:lstStyle>
            <a:lvl1pPr algn="r">
              <a:buNone/>
              <a:defRPr lang="en-US" sz="1800" kern="1200" dirty="0" smtClean="0">
                <a:solidFill>
                  <a:schemeClr val="tx2">
                    <a:lumMod val="90000"/>
                  </a:schemeClr>
                </a:solidFill>
                <a:latin typeface="+mn-lt"/>
                <a:ea typeface="+mn-ea"/>
                <a:cs typeface="+mn-cs"/>
              </a:defRPr>
            </a:lvl1pPr>
          </a:lstStyle>
          <a:p>
            <a:pPr lvl="0"/>
            <a:r>
              <a:rPr lang="en-US"/>
              <a:t>Click to edit Master text styles</a:t>
            </a:r>
          </a:p>
        </p:txBody>
      </p:sp>
      <p:sp>
        <p:nvSpPr>
          <p:cNvPr id="21" name="Picture Placeholder 15">
            <a:extLst>
              <a:ext uri="{FF2B5EF4-FFF2-40B4-BE49-F238E27FC236}">
                <a16:creationId xmlns:a16="http://schemas.microsoft.com/office/drawing/2014/main" id="{F4F8532A-3059-47CD-8B54-A542DED3B8BC}"/>
              </a:ext>
            </a:extLst>
          </p:cNvPr>
          <p:cNvSpPr>
            <a:spLocks noGrp="1"/>
          </p:cNvSpPr>
          <p:nvPr>
            <p:ph type="pic" sz="quarter" idx="10"/>
          </p:nvPr>
        </p:nvSpPr>
        <p:spPr>
          <a:xfrm>
            <a:off x="625954" y="2362201"/>
            <a:ext cx="2533236" cy="3916941"/>
          </a:xfrm>
          <a:custGeom>
            <a:avLst/>
            <a:gdLst>
              <a:gd name="connsiteX0" fmla="*/ 1330423 w 2533236"/>
              <a:gd name="connsiteY0" fmla="*/ 0 h 3916941"/>
              <a:gd name="connsiteX1" fmla="*/ 2215073 w 2533236"/>
              <a:gd name="connsiteY1" fmla="*/ 291460 h 3916941"/>
              <a:gd name="connsiteX2" fmla="*/ 2533236 w 2533236"/>
              <a:gd name="connsiteY2" fmla="*/ 1229820 h 3916941"/>
              <a:gd name="connsiteX3" fmla="*/ 2486676 w 2533236"/>
              <a:gd name="connsiteY3" fmla="*/ 2879058 h 3916941"/>
              <a:gd name="connsiteX4" fmla="*/ 2114192 w 2533236"/>
              <a:gd name="connsiteY4" fmla="*/ 3604155 h 3916941"/>
              <a:gd name="connsiteX5" fmla="*/ 1268343 w 2533236"/>
              <a:gd name="connsiteY5" fmla="*/ 3916941 h 3916941"/>
              <a:gd name="connsiteX6" fmla="*/ 298332 w 2533236"/>
              <a:gd name="connsiteY6" fmla="*/ 3639699 h 3916941"/>
              <a:gd name="connsiteX7" fmla="*/ 3449 w 2533236"/>
              <a:gd name="connsiteY7" fmla="*/ 2879058 h 3916941"/>
              <a:gd name="connsiteX8" fmla="*/ 3449 w 2533236"/>
              <a:gd name="connsiteY8" fmla="*/ 1222712 h 3916941"/>
              <a:gd name="connsiteX9" fmla="*/ 251772 w 2533236"/>
              <a:gd name="connsiteY9" fmla="*/ 312787 h 3916941"/>
              <a:gd name="connsiteX10" fmla="*/ 1330423 w 2533236"/>
              <a:gd name="connsiteY10" fmla="*/ 0 h 3916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33236" h="3916941">
                <a:moveTo>
                  <a:pt x="1330423" y="0"/>
                </a:moveTo>
                <a:cubicBezTo>
                  <a:pt x="1563226" y="0"/>
                  <a:pt x="1982270" y="78197"/>
                  <a:pt x="2215073" y="291460"/>
                </a:cubicBezTo>
                <a:cubicBezTo>
                  <a:pt x="2455635" y="511833"/>
                  <a:pt x="2533236" y="867272"/>
                  <a:pt x="2533236" y="1229820"/>
                </a:cubicBezTo>
                <a:cubicBezTo>
                  <a:pt x="2533236" y="1379105"/>
                  <a:pt x="2502196" y="2758209"/>
                  <a:pt x="2486676" y="2879058"/>
                </a:cubicBezTo>
                <a:cubicBezTo>
                  <a:pt x="2471156" y="2999908"/>
                  <a:pt x="2354754" y="3454870"/>
                  <a:pt x="2114192" y="3604155"/>
                </a:cubicBezTo>
                <a:cubicBezTo>
                  <a:pt x="1958990" y="3746330"/>
                  <a:pt x="1586506" y="3916941"/>
                  <a:pt x="1268343" y="3916941"/>
                </a:cubicBezTo>
                <a:cubicBezTo>
                  <a:pt x="794978" y="3916941"/>
                  <a:pt x="399213" y="3710786"/>
                  <a:pt x="298332" y="3639699"/>
                </a:cubicBezTo>
                <a:cubicBezTo>
                  <a:pt x="197451" y="3568611"/>
                  <a:pt x="3449" y="3241607"/>
                  <a:pt x="3449" y="2879058"/>
                </a:cubicBezTo>
                <a:cubicBezTo>
                  <a:pt x="3449" y="2665795"/>
                  <a:pt x="-4311" y="1478628"/>
                  <a:pt x="3449" y="1222712"/>
                </a:cubicBezTo>
                <a:cubicBezTo>
                  <a:pt x="11209" y="973904"/>
                  <a:pt x="96570" y="462071"/>
                  <a:pt x="251772" y="312787"/>
                </a:cubicBezTo>
                <a:cubicBezTo>
                  <a:pt x="492334" y="99523"/>
                  <a:pt x="771697" y="0"/>
                  <a:pt x="1330423" y="0"/>
                </a:cubicBezTo>
                <a:close/>
              </a:path>
            </a:pathLst>
          </a:custGeom>
        </p:spPr>
        <p:txBody>
          <a:bodyPr wrap="square">
            <a:noAutofit/>
          </a:bodyPr>
          <a:lstStyle/>
          <a:p>
            <a:r>
              <a:rPr lang="en-US"/>
              <a:t>Click icon to add picture</a:t>
            </a:r>
            <a:endParaRPr lang="en-US" dirty="0"/>
          </a:p>
        </p:txBody>
      </p:sp>
      <p:sp>
        <p:nvSpPr>
          <p:cNvPr id="23" name="Picture Placeholder 18">
            <a:extLst>
              <a:ext uri="{FF2B5EF4-FFF2-40B4-BE49-F238E27FC236}">
                <a16:creationId xmlns:a16="http://schemas.microsoft.com/office/drawing/2014/main" id="{43D2034E-6271-4A1B-AB17-EC7F8E456F20}"/>
              </a:ext>
            </a:extLst>
          </p:cNvPr>
          <p:cNvSpPr>
            <a:spLocks noGrp="1"/>
          </p:cNvSpPr>
          <p:nvPr>
            <p:ph type="pic" sz="quarter" idx="11"/>
          </p:nvPr>
        </p:nvSpPr>
        <p:spPr>
          <a:xfrm>
            <a:off x="3438525" y="2394037"/>
            <a:ext cx="2532063" cy="3852539"/>
          </a:xfrm>
          <a:custGeom>
            <a:avLst/>
            <a:gdLst>
              <a:gd name="connsiteX0" fmla="*/ 1198846 w 2532063"/>
              <a:gd name="connsiteY0" fmla="*/ 2601 h 3852539"/>
              <a:gd name="connsiteX1" fmla="*/ 2473418 w 2532063"/>
              <a:gd name="connsiteY1" fmla="*/ 1030589 h 3852539"/>
              <a:gd name="connsiteX2" fmla="*/ 2520721 w 2532063"/>
              <a:gd name="connsiteY2" fmla="*/ 1799136 h 3852539"/>
              <a:gd name="connsiteX3" fmla="*/ 2532063 w 2532063"/>
              <a:gd name="connsiteY3" fmla="*/ 2080075 h 3852539"/>
              <a:gd name="connsiteX4" fmla="*/ 2532063 w 2532063"/>
              <a:gd name="connsiteY4" fmla="*/ 2529715 h 3852539"/>
              <a:gd name="connsiteX5" fmla="*/ 2521737 w 2532063"/>
              <a:gd name="connsiteY5" fmla="*/ 2685478 h 3852539"/>
              <a:gd name="connsiteX6" fmla="*/ 2161533 w 2532063"/>
              <a:gd name="connsiteY6" fmla="*/ 3582343 h 3852539"/>
              <a:gd name="connsiteX7" fmla="*/ 69534 w 2532063"/>
              <a:gd name="connsiteY7" fmla="*/ 3063463 h 3852539"/>
              <a:gd name="connsiteX8" fmla="*/ 15338 w 2532063"/>
              <a:gd name="connsiteY8" fmla="*/ 2409531 h 3852539"/>
              <a:gd name="connsiteX9" fmla="*/ 377 w 2532063"/>
              <a:gd name="connsiteY9" fmla="*/ 1427829 h 3852539"/>
              <a:gd name="connsiteX10" fmla="*/ 0 w 2532063"/>
              <a:gd name="connsiteY10" fmla="*/ 1340577 h 3852539"/>
              <a:gd name="connsiteX11" fmla="*/ 0 w 2532063"/>
              <a:gd name="connsiteY11" fmla="*/ 1263233 h 3852539"/>
              <a:gd name="connsiteX12" fmla="*/ 4541 w 2532063"/>
              <a:gd name="connsiteY12" fmla="*/ 1124281 h 3852539"/>
              <a:gd name="connsiteX13" fmla="*/ 1198846 w 2532063"/>
              <a:gd name="connsiteY13" fmla="*/ 2601 h 3852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2063" h="3852539">
                <a:moveTo>
                  <a:pt x="1198846" y="2601"/>
                </a:moveTo>
                <a:cubicBezTo>
                  <a:pt x="1810500" y="-33827"/>
                  <a:pt x="2434725" y="312686"/>
                  <a:pt x="2473418" y="1030589"/>
                </a:cubicBezTo>
                <a:cubicBezTo>
                  <a:pt x="2487032" y="1288252"/>
                  <a:pt x="2506818" y="1547692"/>
                  <a:pt x="2520721" y="1799136"/>
                </a:cubicBezTo>
                <a:lnTo>
                  <a:pt x="2532063" y="2080075"/>
                </a:lnTo>
                <a:lnTo>
                  <a:pt x="2532063" y="2529715"/>
                </a:lnTo>
                <a:lnTo>
                  <a:pt x="2521737" y="2685478"/>
                </a:lnTo>
                <a:cubicBezTo>
                  <a:pt x="2487368" y="3063796"/>
                  <a:pt x="2388835" y="3380211"/>
                  <a:pt x="2161533" y="3582343"/>
                </a:cubicBezTo>
                <a:cubicBezTo>
                  <a:pt x="1649802" y="4037252"/>
                  <a:pt x="123729" y="3951956"/>
                  <a:pt x="69534" y="3063463"/>
                </a:cubicBezTo>
                <a:cubicBezTo>
                  <a:pt x="15338" y="2736497"/>
                  <a:pt x="15338" y="2686741"/>
                  <a:pt x="15338" y="2409531"/>
                </a:cubicBezTo>
                <a:cubicBezTo>
                  <a:pt x="15338" y="1986608"/>
                  <a:pt x="3369" y="1770482"/>
                  <a:pt x="377" y="1427829"/>
                </a:cubicBezTo>
                <a:lnTo>
                  <a:pt x="0" y="1340577"/>
                </a:lnTo>
                <a:lnTo>
                  <a:pt x="0" y="1263233"/>
                </a:lnTo>
                <a:lnTo>
                  <a:pt x="4541" y="1124281"/>
                </a:lnTo>
                <a:cubicBezTo>
                  <a:pt x="63045" y="407474"/>
                  <a:pt x="625421" y="36753"/>
                  <a:pt x="1198846" y="2601"/>
                </a:cubicBezTo>
                <a:close/>
              </a:path>
            </a:pathLst>
          </a:custGeom>
        </p:spPr>
        <p:txBody>
          <a:bodyPr wrap="square">
            <a:noAutofit/>
          </a:bodyPr>
          <a:lstStyle/>
          <a:p>
            <a:r>
              <a:rPr lang="en-US"/>
              <a:t>Click icon to add picture</a:t>
            </a:r>
            <a:endParaRPr lang="en-US" dirty="0"/>
          </a:p>
        </p:txBody>
      </p:sp>
      <p:sp>
        <p:nvSpPr>
          <p:cNvPr id="24" name="Picture Placeholder 21">
            <a:extLst>
              <a:ext uri="{FF2B5EF4-FFF2-40B4-BE49-F238E27FC236}">
                <a16:creationId xmlns:a16="http://schemas.microsoft.com/office/drawing/2014/main" id="{600A4B14-34BC-40B7-AE23-36D26E3DDA08}"/>
              </a:ext>
            </a:extLst>
          </p:cNvPr>
          <p:cNvSpPr>
            <a:spLocks noGrp="1"/>
          </p:cNvSpPr>
          <p:nvPr>
            <p:ph type="pic" sz="quarter" idx="12"/>
          </p:nvPr>
        </p:nvSpPr>
        <p:spPr>
          <a:xfrm>
            <a:off x="6254180" y="2394767"/>
            <a:ext cx="2537595" cy="3852534"/>
          </a:xfrm>
          <a:custGeom>
            <a:avLst/>
            <a:gdLst>
              <a:gd name="connsiteX0" fmla="*/ 1248117 w 2537595"/>
              <a:gd name="connsiteY0" fmla="*/ 192 h 3852534"/>
              <a:gd name="connsiteX1" fmla="*/ 2467601 w 2537595"/>
              <a:gd name="connsiteY1" fmla="*/ 789077 h 3852534"/>
              <a:gd name="connsiteX2" fmla="*/ 2521797 w 2537595"/>
              <a:gd name="connsiteY2" fmla="*/ 1443007 h 3852534"/>
              <a:gd name="connsiteX3" fmla="*/ 2537430 w 2537595"/>
              <a:gd name="connsiteY3" fmla="*/ 2580278 h 3852534"/>
              <a:gd name="connsiteX4" fmla="*/ 63720 w 2537595"/>
              <a:gd name="connsiteY4" fmla="*/ 2821948 h 3852534"/>
              <a:gd name="connsiteX5" fmla="*/ 375605 w 2537595"/>
              <a:gd name="connsiteY5" fmla="*/ 270197 h 3852534"/>
              <a:gd name="connsiteX6" fmla="*/ 1248117 w 2537595"/>
              <a:gd name="connsiteY6" fmla="*/ 192 h 3852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7595" h="3852534">
                <a:moveTo>
                  <a:pt x="1248117" y="192"/>
                </a:moveTo>
                <a:cubicBezTo>
                  <a:pt x="1824906" y="-7790"/>
                  <a:pt x="2433729" y="233769"/>
                  <a:pt x="2467601" y="789077"/>
                </a:cubicBezTo>
                <a:cubicBezTo>
                  <a:pt x="2521797" y="1116042"/>
                  <a:pt x="2521797" y="1165798"/>
                  <a:pt x="2521797" y="1443007"/>
                </a:cubicBezTo>
                <a:cubicBezTo>
                  <a:pt x="2521797" y="1926347"/>
                  <a:pt x="2537430" y="2139586"/>
                  <a:pt x="2537430" y="2580278"/>
                </a:cubicBezTo>
                <a:cubicBezTo>
                  <a:pt x="2560619" y="4207997"/>
                  <a:pt x="141105" y="4257753"/>
                  <a:pt x="63720" y="2821948"/>
                </a:cubicBezTo>
                <a:cubicBezTo>
                  <a:pt x="9264" y="1791297"/>
                  <a:pt x="-143942" y="732213"/>
                  <a:pt x="375605" y="270197"/>
                </a:cubicBezTo>
                <a:cubicBezTo>
                  <a:pt x="567504" y="99606"/>
                  <a:pt x="902044" y="4982"/>
                  <a:pt x="1248117" y="192"/>
                </a:cubicBezTo>
                <a:close/>
              </a:path>
            </a:pathLst>
          </a:custGeom>
        </p:spPr>
        <p:txBody>
          <a:bodyPr wrap="square">
            <a:noAutofit/>
          </a:bodyPr>
          <a:lstStyle/>
          <a:p>
            <a:r>
              <a:rPr lang="en-US"/>
              <a:t>Click icon to add picture</a:t>
            </a:r>
            <a:endParaRPr lang="en-US" dirty="0"/>
          </a:p>
        </p:txBody>
      </p:sp>
      <p:sp>
        <p:nvSpPr>
          <p:cNvPr id="26" name="Picture Placeholder 24">
            <a:extLst>
              <a:ext uri="{FF2B5EF4-FFF2-40B4-BE49-F238E27FC236}">
                <a16:creationId xmlns:a16="http://schemas.microsoft.com/office/drawing/2014/main" id="{CC868421-4755-4591-B5D2-7F4ED1E8FDD4}"/>
              </a:ext>
            </a:extLst>
          </p:cNvPr>
          <p:cNvSpPr>
            <a:spLocks noGrp="1"/>
          </p:cNvSpPr>
          <p:nvPr>
            <p:ph type="pic" sz="quarter" idx="13"/>
          </p:nvPr>
        </p:nvSpPr>
        <p:spPr>
          <a:xfrm>
            <a:off x="9070649" y="2362200"/>
            <a:ext cx="2533234" cy="3916940"/>
          </a:xfrm>
          <a:custGeom>
            <a:avLst/>
            <a:gdLst>
              <a:gd name="connsiteX0" fmla="*/ 1264893 w 2533234"/>
              <a:gd name="connsiteY0" fmla="*/ 0 h 3916940"/>
              <a:gd name="connsiteX1" fmla="*/ 2234903 w 2533234"/>
              <a:gd name="connsiteY1" fmla="*/ 277243 h 3916940"/>
              <a:gd name="connsiteX2" fmla="*/ 2529786 w 2533234"/>
              <a:gd name="connsiteY2" fmla="*/ 1037883 h 3916940"/>
              <a:gd name="connsiteX3" fmla="*/ 2529786 w 2533234"/>
              <a:gd name="connsiteY3" fmla="*/ 2694229 h 3916940"/>
              <a:gd name="connsiteX4" fmla="*/ 2281463 w 2533234"/>
              <a:gd name="connsiteY4" fmla="*/ 3604154 h 3916940"/>
              <a:gd name="connsiteX5" fmla="*/ 1202812 w 2533234"/>
              <a:gd name="connsiteY5" fmla="*/ 3916940 h 3916940"/>
              <a:gd name="connsiteX6" fmla="*/ 318163 w 2533234"/>
              <a:gd name="connsiteY6" fmla="*/ 3625480 h 3916940"/>
              <a:gd name="connsiteX7" fmla="*/ 0 w 2533234"/>
              <a:gd name="connsiteY7" fmla="*/ 2687120 h 3916940"/>
              <a:gd name="connsiteX8" fmla="*/ 46561 w 2533234"/>
              <a:gd name="connsiteY8" fmla="*/ 1037883 h 3916940"/>
              <a:gd name="connsiteX9" fmla="*/ 419044 w 2533234"/>
              <a:gd name="connsiteY9" fmla="*/ 312787 h 3916940"/>
              <a:gd name="connsiteX10" fmla="*/ 1264893 w 2533234"/>
              <a:gd name="connsiteY10" fmla="*/ 0 h 3916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33234" h="3916940">
                <a:moveTo>
                  <a:pt x="1264893" y="0"/>
                </a:moveTo>
                <a:cubicBezTo>
                  <a:pt x="1738258" y="0"/>
                  <a:pt x="2134022" y="206155"/>
                  <a:pt x="2234903" y="277243"/>
                </a:cubicBezTo>
                <a:cubicBezTo>
                  <a:pt x="2335784" y="348331"/>
                  <a:pt x="2529786" y="675335"/>
                  <a:pt x="2529786" y="1037883"/>
                </a:cubicBezTo>
                <a:cubicBezTo>
                  <a:pt x="2529786" y="1251146"/>
                  <a:pt x="2537546" y="2438313"/>
                  <a:pt x="2529786" y="2694229"/>
                </a:cubicBezTo>
                <a:cubicBezTo>
                  <a:pt x="2522026" y="2943037"/>
                  <a:pt x="2436665" y="3454869"/>
                  <a:pt x="2281463" y="3604154"/>
                </a:cubicBezTo>
                <a:cubicBezTo>
                  <a:pt x="2040901" y="3817417"/>
                  <a:pt x="1761538" y="3916940"/>
                  <a:pt x="1202812" y="3916940"/>
                </a:cubicBezTo>
                <a:cubicBezTo>
                  <a:pt x="970010" y="3916940"/>
                  <a:pt x="550966" y="3838744"/>
                  <a:pt x="318163" y="3625480"/>
                </a:cubicBezTo>
                <a:cubicBezTo>
                  <a:pt x="77601" y="3405108"/>
                  <a:pt x="0" y="3049668"/>
                  <a:pt x="0" y="2687120"/>
                </a:cubicBezTo>
                <a:cubicBezTo>
                  <a:pt x="0" y="2537836"/>
                  <a:pt x="31040" y="1158732"/>
                  <a:pt x="46561" y="1037883"/>
                </a:cubicBezTo>
                <a:cubicBezTo>
                  <a:pt x="62081" y="917033"/>
                  <a:pt x="178482" y="462071"/>
                  <a:pt x="419044" y="312787"/>
                </a:cubicBezTo>
                <a:cubicBezTo>
                  <a:pt x="574246" y="170611"/>
                  <a:pt x="946730" y="0"/>
                  <a:pt x="1264893" y="0"/>
                </a:cubicBezTo>
                <a:close/>
              </a:path>
            </a:pathLst>
          </a:custGeom>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7521607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E4BF6-62EC-4B2B-B3B7-8E130713929B}"/>
              </a:ext>
            </a:extLst>
          </p:cNvPr>
          <p:cNvSpPr>
            <a:spLocks noGrp="1"/>
          </p:cNvSpPr>
          <p:nvPr>
            <p:ph type="title"/>
          </p:nvPr>
        </p:nvSpPr>
        <p:spPr>
          <a:xfrm>
            <a:off x="720000" y="616890"/>
            <a:ext cx="3927727" cy="1477328"/>
          </a:xfrm>
        </p:spPr>
        <p:txBody>
          <a:bodyPr/>
          <a:lstStyle/>
          <a:p>
            <a:r>
              <a:rPr lang="en-US"/>
              <a:t>Click to edit Master title style</a:t>
            </a:r>
          </a:p>
        </p:txBody>
      </p:sp>
      <p:sp>
        <p:nvSpPr>
          <p:cNvPr id="18" name="Text Placeholder 17">
            <a:extLst>
              <a:ext uri="{FF2B5EF4-FFF2-40B4-BE49-F238E27FC236}">
                <a16:creationId xmlns:a16="http://schemas.microsoft.com/office/drawing/2014/main" id="{3078E0F3-1044-4DB5-AE58-9212CD6C34E7}"/>
              </a:ext>
            </a:extLst>
          </p:cNvPr>
          <p:cNvSpPr>
            <a:spLocks noGrp="1"/>
          </p:cNvSpPr>
          <p:nvPr>
            <p:ph type="body" sz="quarter" idx="17"/>
          </p:nvPr>
        </p:nvSpPr>
        <p:spPr>
          <a:xfrm>
            <a:off x="4647727" y="616890"/>
            <a:ext cx="6812436" cy="1477328"/>
          </a:xfrm>
        </p:spPr>
        <p:txBody>
          <a:bodyPr/>
          <a:lstStyle>
            <a:lvl1pPr marL="0" indent="0">
              <a:buNone/>
              <a:defRPr lang="en-US" sz="1600" kern="1200" spc="20" baseline="0" dirty="0" smtClean="0">
                <a:solidFill>
                  <a:schemeClr val="tx2">
                    <a:lumMod val="90000"/>
                  </a:schemeClr>
                </a:solidFill>
                <a:latin typeface="+mn-lt"/>
                <a:ea typeface="+mn-ea"/>
                <a:cs typeface="+mn-cs"/>
              </a:defRPr>
            </a:lvl1pPr>
            <a:lvl2pPr>
              <a:buNone/>
              <a:defRPr/>
            </a:lvl2pPr>
          </a:lstStyle>
          <a:p>
            <a:pPr lvl="0"/>
            <a:r>
              <a:rPr lang="en-US"/>
              <a:t>Click to edit Master text styles</a:t>
            </a:r>
          </a:p>
        </p:txBody>
      </p:sp>
      <p:sp useBgFill="1">
        <p:nvSpPr>
          <p:cNvPr id="13" name="Freeform: Shape 12">
            <a:extLst>
              <a:ext uri="{FF2B5EF4-FFF2-40B4-BE49-F238E27FC236}">
                <a16:creationId xmlns:a16="http://schemas.microsoft.com/office/drawing/2014/main" id="{63A0AF3C-A897-4840-99F4-77D234B0E2FE}"/>
              </a:ext>
              <a:ext uri="{C183D7F6-B498-43B3-948B-1728B52AA6E4}">
                <adec:decorative xmlns:adec="http://schemas.microsoft.com/office/drawing/2017/decorative" val="1"/>
              </a:ext>
            </a:extLst>
          </p:cNvPr>
          <p:cNvSpPr>
            <a:spLocks/>
          </p:cNvSpPr>
          <p:nvPr userDrawn="1"/>
        </p:nvSpPr>
        <p:spPr bwMode="auto">
          <a:xfrm rot="16200000" flipH="1">
            <a:off x="4524645" y="-809352"/>
            <a:ext cx="3142706" cy="12192000"/>
          </a:xfrm>
          <a:custGeom>
            <a:avLst/>
            <a:gdLst>
              <a:gd name="connsiteX0" fmla="*/ 0 w 3142706"/>
              <a:gd name="connsiteY0" fmla="*/ 4431100 h 12192000"/>
              <a:gd name="connsiteX1" fmla="*/ 1979 w 3142706"/>
              <a:gd name="connsiteY1" fmla="*/ 4546418 h 12192000"/>
              <a:gd name="connsiteX2" fmla="*/ 80130 w 3142706"/>
              <a:gd name="connsiteY2" fmla="*/ 4516573 h 12192000"/>
              <a:gd name="connsiteX3" fmla="*/ 585514 w 3142706"/>
              <a:gd name="connsiteY3" fmla="*/ 4383259 h 12192000"/>
              <a:gd name="connsiteX4" fmla="*/ 1550569 w 3142706"/>
              <a:gd name="connsiteY4" fmla="*/ 4698133 h 12192000"/>
              <a:gd name="connsiteX5" fmla="*/ 2200712 w 3142706"/>
              <a:gd name="connsiteY5" fmla="*/ 5277095 h 12192000"/>
              <a:gd name="connsiteX6" fmla="*/ 2424198 w 3142706"/>
              <a:gd name="connsiteY6" fmla="*/ 6170932 h 12192000"/>
              <a:gd name="connsiteX7" fmla="*/ 2332772 w 3142706"/>
              <a:gd name="connsiteY7" fmla="*/ 6658479 h 12192000"/>
              <a:gd name="connsiteX8" fmla="*/ 1784214 w 3142706"/>
              <a:gd name="connsiteY8" fmla="*/ 7481214 h 12192000"/>
              <a:gd name="connsiteX9" fmla="*/ 798842 w 3142706"/>
              <a:gd name="connsiteY9" fmla="*/ 7917975 h 12192000"/>
              <a:gd name="connsiteX10" fmla="*/ 193143 w 3142706"/>
              <a:gd name="connsiteY10" fmla="*/ 7797358 h 12192000"/>
              <a:gd name="connsiteX11" fmla="*/ 181439 w 3142706"/>
              <a:gd name="connsiteY11" fmla="*/ 7792629 h 12192000"/>
              <a:gd name="connsiteX12" fmla="*/ 181439 w 3142706"/>
              <a:gd name="connsiteY12" fmla="*/ 8305457 h 12192000"/>
              <a:gd name="connsiteX13" fmla="*/ 181439 w 3142706"/>
              <a:gd name="connsiteY13" fmla="*/ 8378263 h 12192000"/>
              <a:gd name="connsiteX14" fmla="*/ 255752 w 3142706"/>
              <a:gd name="connsiteY14" fmla="*/ 8360872 h 12192000"/>
              <a:gd name="connsiteX15" fmla="*/ 785021 w 3142706"/>
              <a:gd name="connsiteY15" fmla="*/ 8298478 h 12192000"/>
              <a:gd name="connsiteX16" fmla="*/ 1532042 w 3142706"/>
              <a:gd name="connsiteY16" fmla="*/ 8485311 h 12192000"/>
              <a:gd name="connsiteX17" fmla="*/ 2133781 w 3142706"/>
              <a:gd name="connsiteY17" fmla="*/ 9045463 h 12192000"/>
              <a:gd name="connsiteX18" fmla="*/ 2351877 w 3142706"/>
              <a:gd name="connsiteY18" fmla="*/ 9543220 h 12192000"/>
              <a:gd name="connsiteX19" fmla="*/ 2414043 w 3142706"/>
              <a:gd name="connsiteY19" fmla="*/ 10165766 h 12192000"/>
              <a:gd name="connsiteX20" fmla="*/ 2196291 w 3142706"/>
              <a:gd name="connsiteY20" fmla="*/ 10881728 h 12192000"/>
              <a:gd name="connsiteX21" fmla="*/ 1532042 w 3142706"/>
              <a:gd name="connsiteY21" fmla="*/ 11535296 h 12192000"/>
              <a:gd name="connsiteX22" fmla="*/ 629434 w 3142706"/>
              <a:gd name="connsiteY22" fmla="*/ 11784175 h 12192000"/>
              <a:gd name="connsiteX23" fmla="*/ 216855 w 3142706"/>
              <a:gd name="connsiteY23" fmla="*/ 11737423 h 12192000"/>
              <a:gd name="connsiteX24" fmla="*/ 181439 w 3142706"/>
              <a:gd name="connsiteY24" fmla="*/ 11726632 h 12192000"/>
              <a:gd name="connsiteX25" fmla="*/ 181439 w 3142706"/>
              <a:gd name="connsiteY25" fmla="*/ 11763388 h 12192000"/>
              <a:gd name="connsiteX26" fmla="*/ 181439 w 3142706"/>
              <a:gd name="connsiteY26" fmla="*/ 12180928 h 12192000"/>
              <a:gd name="connsiteX27" fmla="*/ 184001 w 3142706"/>
              <a:gd name="connsiteY27" fmla="*/ 12192000 h 12192000"/>
              <a:gd name="connsiteX28" fmla="*/ 3142705 w 3142706"/>
              <a:gd name="connsiteY28" fmla="*/ 12191999 h 12192000"/>
              <a:gd name="connsiteX29" fmla="*/ 3142706 w 3142706"/>
              <a:gd name="connsiteY29" fmla="*/ 0 h 12192000"/>
              <a:gd name="connsiteX30" fmla="*/ 155370 w 3142706"/>
              <a:gd name="connsiteY30" fmla="*/ 0 h 12192000"/>
              <a:gd name="connsiteX31" fmla="*/ 146351 w 3142706"/>
              <a:gd name="connsiteY31" fmla="*/ 177371 h 12192000"/>
              <a:gd name="connsiteX32" fmla="*/ 123859 w 3142706"/>
              <a:gd name="connsiteY32" fmla="*/ 599846 h 12192000"/>
              <a:gd name="connsiteX33" fmla="*/ 123365 w 3142706"/>
              <a:gd name="connsiteY33" fmla="*/ 609102 h 12192000"/>
              <a:gd name="connsiteX34" fmla="*/ 199429 w 3142706"/>
              <a:gd name="connsiteY34" fmla="*/ 579094 h 12192000"/>
              <a:gd name="connsiteX35" fmla="*/ 768238 w 3142706"/>
              <a:gd name="connsiteY35" fmla="*/ 518113 h 12192000"/>
              <a:gd name="connsiteX36" fmla="*/ 951182 w 3142706"/>
              <a:gd name="connsiteY36" fmla="*/ 548430 h 12192000"/>
              <a:gd name="connsiteX37" fmla="*/ 1413449 w 3142706"/>
              <a:gd name="connsiteY37" fmla="*/ 706284 h 12192000"/>
              <a:gd name="connsiteX38" fmla="*/ 1794407 w 3142706"/>
              <a:gd name="connsiteY38" fmla="*/ 944634 h 12192000"/>
              <a:gd name="connsiteX39" fmla="*/ 2028169 w 3142706"/>
              <a:gd name="connsiteY39" fmla="*/ 1168348 h 12192000"/>
              <a:gd name="connsiteX40" fmla="*/ 2363216 w 3142706"/>
              <a:gd name="connsiteY40" fmla="*/ 1767707 h 12192000"/>
              <a:gd name="connsiteX41" fmla="*/ 2424197 w 3142706"/>
              <a:gd name="connsiteY41" fmla="*/ 2356960 h 12192000"/>
              <a:gd name="connsiteX42" fmla="*/ 2363217 w 3142706"/>
              <a:gd name="connsiteY42" fmla="*/ 2793935 h 12192000"/>
              <a:gd name="connsiteX43" fmla="*/ 2139619 w 3142706"/>
              <a:gd name="connsiteY43" fmla="*/ 3230561 h 12192000"/>
              <a:gd name="connsiteX44" fmla="*/ 1479338 w 3142706"/>
              <a:gd name="connsiteY44" fmla="*/ 3789498 h 12192000"/>
              <a:gd name="connsiteX45" fmla="*/ 585646 w 3142706"/>
              <a:gd name="connsiteY45" fmla="*/ 4002758 h 12192000"/>
              <a:gd name="connsiteX46" fmla="*/ 5142 w 3142706"/>
              <a:gd name="connsiteY46" fmla="*/ 3895589 h 12192000"/>
              <a:gd name="connsiteX47" fmla="*/ 1356 w 3142706"/>
              <a:gd name="connsiteY47" fmla="*/ 3893719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142706" h="12192000">
                <a:moveTo>
                  <a:pt x="0" y="4431100"/>
                </a:moveTo>
                <a:lnTo>
                  <a:pt x="1979" y="4546418"/>
                </a:lnTo>
                <a:lnTo>
                  <a:pt x="80130" y="4516573"/>
                </a:lnTo>
                <a:cubicBezTo>
                  <a:pt x="323933" y="4431506"/>
                  <a:pt x="544880" y="4383259"/>
                  <a:pt x="585514" y="4383259"/>
                </a:cubicBezTo>
                <a:cubicBezTo>
                  <a:pt x="941060" y="4383259"/>
                  <a:pt x="1266132" y="4494990"/>
                  <a:pt x="1550569" y="4698133"/>
                </a:cubicBezTo>
                <a:cubicBezTo>
                  <a:pt x="1875640" y="4901278"/>
                  <a:pt x="2078810" y="5104423"/>
                  <a:pt x="2200712" y="5277095"/>
                </a:cubicBezTo>
                <a:cubicBezTo>
                  <a:pt x="2281979" y="5459926"/>
                  <a:pt x="2424198" y="5764642"/>
                  <a:pt x="2424198" y="6170932"/>
                </a:cubicBezTo>
                <a:lnTo>
                  <a:pt x="2332772" y="6658479"/>
                </a:lnTo>
                <a:cubicBezTo>
                  <a:pt x="2271821" y="6942881"/>
                  <a:pt x="2109285" y="7186655"/>
                  <a:pt x="1784214" y="7481214"/>
                </a:cubicBezTo>
                <a:cubicBezTo>
                  <a:pt x="1499777" y="7765617"/>
                  <a:pt x="1144230" y="7887503"/>
                  <a:pt x="798842" y="7917975"/>
                </a:cubicBezTo>
                <a:cubicBezTo>
                  <a:pt x="621069" y="7917975"/>
                  <a:pt x="410280" y="7872268"/>
                  <a:pt x="193143" y="7797358"/>
                </a:cubicBezTo>
                <a:lnTo>
                  <a:pt x="181439" y="7792629"/>
                </a:lnTo>
                <a:lnTo>
                  <a:pt x="181439" y="8305457"/>
                </a:lnTo>
                <a:lnTo>
                  <a:pt x="181439" y="8378263"/>
                </a:lnTo>
                <a:lnTo>
                  <a:pt x="255752" y="8360872"/>
                </a:lnTo>
                <a:cubicBezTo>
                  <a:pt x="442593" y="8298478"/>
                  <a:pt x="598179" y="8298478"/>
                  <a:pt x="785021" y="8298478"/>
                </a:cubicBezTo>
                <a:cubicBezTo>
                  <a:pt x="1034028" y="8298478"/>
                  <a:pt x="1283035" y="8360872"/>
                  <a:pt x="1532042" y="8485311"/>
                </a:cubicBezTo>
                <a:cubicBezTo>
                  <a:pt x="1749795" y="8609751"/>
                  <a:pt x="1936636" y="8796584"/>
                  <a:pt x="2133781" y="9045463"/>
                </a:cubicBezTo>
                <a:cubicBezTo>
                  <a:pt x="2227202" y="9169902"/>
                  <a:pt x="2289368" y="9325364"/>
                  <a:pt x="2351877" y="9543220"/>
                </a:cubicBezTo>
                <a:cubicBezTo>
                  <a:pt x="2382788" y="9730054"/>
                  <a:pt x="2414043" y="9947910"/>
                  <a:pt x="2414043" y="10165766"/>
                </a:cubicBezTo>
                <a:cubicBezTo>
                  <a:pt x="2414043" y="10414645"/>
                  <a:pt x="2351877" y="10632501"/>
                  <a:pt x="2196291" y="10881728"/>
                </a:cubicBezTo>
                <a:cubicBezTo>
                  <a:pt x="2030057" y="11161629"/>
                  <a:pt x="1812304" y="11410857"/>
                  <a:pt x="1532042" y="11535296"/>
                </a:cubicBezTo>
                <a:cubicBezTo>
                  <a:pt x="1251780" y="11690758"/>
                  <a:pt x="971862" y="11784175"/>
                  <a:pt x="629434" y="11784175"/>
                </a:cubicBezTo>
                <a:cubicBezTo>
                  <a:pt x="489303" y="11784175"/>
                  <a:pt x="349172" y="11768576"/>
                  <a:pt x="216855" y="11737423"/>
                </a:cubicBezTo>
                <a:lnTo>
                  <a:pt x="181439" y="11726632"/>
                </a:lnTo>
                <a:lnTo>
                  <a:pt x="181439" y="11763388"/>
                </a:lnTo>
                <a:cubicBezTo>
                  <a:pt x="181439" y="11959844"/>
                  <a:pt x="181439" y="12097696"/>
                  <a:pt x="181439" y="12180928"/>
                </a:cubicBezTo>
                <a:lnTo>
                  <a:pt x="184001" y="12192000"/>
                </a:lnTo>
                <a:lnTo>
                  <a:pt x="3142705" y="12191999"/>
                </a:lnTo>
                <a:lnTo>
                  <a:pt x="3142706" y="0"/>
                </a:lnTo>
                <a:lnTo>
                  <a:pt x="155370" y="0"/>
                </a:lnTo>
                <a:lnTo>
                  <a:pt x="146351" y="177371"/>
                </a:lnTo>
                <a:cubicBezTo>
                  <a:pt x="139453" y="310022"/>
                  <a:pt x="131856" y="451218"/>
                  <a:pt x="123859" y="599846"/>
                </a:cubicBezTo>
                <a:lnTo>
                  <a:pt x="123365" y="609102"/>
                </a:lnTo>
                <a:lnTo>
                  <a:pt x="199429" y="579094"/>
                </a:lnTo>
                <a:cubicBezTo>
                  <a:pt x="331556" y="548430"/>
                  <a:pt x="616135" y="518113"/>
                  <a:pt x="768238" y="518113"/>
                </a:cubicBezTo>
                <a:cubicBezTo>
                  <a:pt x="859710" y="518113"/>
                  <a:pt x="920692" y="548430"/>
                  <a:pt x="951182" y="548430"/>
                </a:cubicBezTo>
                <a:cubicBezTo>
                  <a:pt x="1174780" y="579094"/>
                  <a:pt x="1189851" y="614638"/>
                  <a:pt x="1413449" y="706284"/>
                </a:cubicBezTo>
                <a:cubicBezTo>
                  <a:pt x="1637047" y="797930"/>
                  <a:pt x="1702935" y="843231"/>
                  <a:pt x="1794407" y="944634"/>
                </a:cubicBezTo>
                <a:cubicBezTo>
                  <a:pt x="1885879" y="1036280"/>
                  <a:pt x="1997678" y="1097261"/>
                  <a:pt x="2028169" y="1168348"/>
                </a:cubicBezTo>
                <a:cubicBezTo>
                  <a:pt x="2149781" y="1290310"/>
                  <a:pt x="2302234" y="1513676"/>
                  <a:pt x="2363216" y="1767707"/>
                </a:cubicBezTo>
                <a:cubicBezTo>
                  <a:pt x="2393706" y="1980967"/>
                  <a:pt x="2424197" y="2194227"/>
                  <a:pt x="2424197" y="2356960"/>
                </a:cubicBezTo>
                <a:cubicBezTo>
                  <a:pt x="2424197" y="2478923"/>
                  <a:pt x="2424198" y="2631201"/>
                  <a:pt x="2363217" y="2793935"/>
                </a:cubicBezTo>
                <a:cubicBezTo>
                  <a:pt x="2332726" y="2946213"/>
                  <a:pt x="2200600" y="3098493"/>
                  <a:pt x="2139619" y="3230561"/>
                </a:cubicBezTo>
                <a:cubicBezTo>
                  <a:pt x="1977352" y="3474486"/>
                  <a:pt x="1763917" y="3657430"/>
                  <a:pt x="1479338" y="3789498"/>
                </a:cubicBezTo>
                <a:cubicBezTo>
                  <a:pt x="1205272" y="3941777"/>
                  <a:pt x="920693" y="4002758"/>
                  <a:pt x="585646" y="4002758"/>
                </a:cubicBezTo>
                <a:cubicBezTo>
                  <a:pt x="376022" y="4002758"/>
                  <a:pt x="183599" y="3968456"/>
                  <a:pt x="5142" y="3895589"/>
                </a:cubicBezTo>
                <a:lnTo>
                  <a:pt x="1356" y="3893719"/>
                </a:lnTo>
                <a:close/>
              </a:path>
            </a:pathLst>
          </a:custGeom>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9" name="Date Placeholder 18">
            <a:extLst>
              <a:ext uri="{FF2B5EF4-FFF2-40B4-BE49-F238E27FC236}">
                <a16:creationId xmlns:a16="http://schemas.microsoft.com/office/drawing/2014/main" id="{15108176-8782-4311-86A4-A38AC2C1AA90}"/>
              </a:ext>
            </a:extLst>
          </p:cNvPr>
          <p:cNvSpPr>
            <a:spLocks noGrp="1"/>
          </p:cNvSpPr>
          <p:nvPr>
            <p:ph type="dt" sz="half" idx="18"/>
          </p:nvPr>
        </p:nvSpPr>
        <p:spPr/>
        <p:txBody>
          <a:bodyPr/>
          <a:lstStyle/>
          <a:p>
            <a:r>
              <a:rPr lang="en-US" dirty="0"/>
              <a:t>Sunday, January 31, 20XX</a:t>
            </a:r>
          </a:p>
        </p:txBody>
      </p:sp>
      <p:sp>
        <p:nvSpPr>
          <p:cNvPr id="21" name="Footer Placeholder 20">
            <a:extLst>
              <a:ext uri="{FF2B5EF4-FFF2-40B4-BE49-F238E27FC236}">
                <a16:creationId xmlns:a16="http://schemas.microsoft.com/office/drawing/2014/main" id="{97E5EA52-4E60-4B0E-9427-12C5FC7E3F27}"/>
              </a:ext>
            </a:extLst>
          </p:cNvPr>
          <p:cNvSpPr>
            <a:spLocks noGrp="1"/>
          </p:cNvSpPr>
          <p:nvPr>
            <p:ph type="ftr" sz="quarter" idx="19"/>
          </p:nvPr>
        </p:nvSpPr>
        <p:spPr/>
        <p:txBody>
          <a:bodyPr/>
          <a:lstStyle/>
          <a:p>
            <a:r>
              <a:rPr lang="en-US" dirty="0"/>
              <a:t>Sample Footer Text</a:t>
            </a:r>
          </a:p>
        </p:txBody>
      </p:sp>
      <p:sp>
        <p:nvSpPr>
          <p:cNvPr id="22" name="Slide Number Placeholder 21">
            <a:extLst>
              <a:ext uri="{FF2B5EF4-FFF2-40B4-BE49-F238E27FC236}">
                <a16:creationId xmlns:a16="http://schemas.microsoft.com/office/drawing/2014/main" id="{D64F9441-F2C8-491B-965A-E5C8139FFDEC}"/>
              </a:ext>
            </a:extLst>
          </p:cNvPr>
          <p:cNvSpPr>
            <a:spLocks noGrp="1"/>
          </p:cNvSpPr>
          <p:nvPr>
            <p:ph type="sldNum" sz="quarter" idx="20"/>
          </p:nvPr>
        </p:nvSpPr>
        <p:spPr/>
        <p:txBody>
          <a:bodyPr/>
          <a:lstStyle/>
          <a:p>
            <a:fld id="{1621B6DD-29C1-4FEA-923F-71EA1347694C}" type="slidenum">
              <a:rPr lang="en-US" smtClean="0"/>
              <a:pPr/>
              <a:t>‹#›</a:t>
            </a:fld>
            <a:endParaRPr lang="en-US" dirty="0"/>
          </a:p>
        </p:txBody>
      </p:sp>
      <p:sp>
        <p:nvSpPr>
          <p:cNvPr id="15" name="Picture Placeholder 13">
            <a:extLst>
              <a:ext uri="{FF2B5EF4-FFF2-40B4-BE49-F238E27FC236}">
                <a16:creationId xmlns:a16="http://schemas.microsoft.com/office/drawing/2014/main" id="{FDA5072F-C775-4FB3-A00C-CEBFD9200FA2}"/>
              </a:ext>
            </a:extLst>
          </p:cNvPr>
          <p:cNvSpPr>
            <a:spLocks noGrp="1"/>
          </p:cNvSpPr>
          <p:nvPr>
            <p:ph type="pic" sz="quarter" idx="10"/>
          </p:nvPr>
        </p:nvSpPr>
        <p:spPr>
          <a:xfrm>
            <a:off x="518111" y="2634818"/>
            <a:ext cx="3484645" cy="3504675"/>
          </a:xfrm>
          <a:custGeom>
            <a:avLst/>
            <a:gdLst>
              <a:gd name="connsiteX0" fmla="*/ 1747550 w 3484645"/>
              <a:gd name="connsiteY0" fmla="*/ 0 h 3504675"/>
              <a:gd name="connsiteX1" fmla="*/ 2214840 w 3484645"/>
              <a:gd name="connsiteY1" fmla="*/ 60981 h 3504675"/>
              <a:gd name="connsiteX2" fmla="*/ 2672026 w 3484645"/>
              <a:gd name="connsiteY2" fmla="*/ 294743 h 3504675"/>
              <a:gd name="connsiteX3" fmla="*/ 3484645 w 3484645"/>
              <a:gd name="connsiteY3" fmla="*/ 1666123 h 3504675"/>
              <a:gd name="connsiteX4" fmla="*/ 3271385 w 3484645"/>
              <a:gd name="connsiteY4" fmla="*/ 2559815 h 3504675"/>
              <a:gd name="connsiteX5" fmla="*/ 2712448 w 3484645"/>
              <a:gd name="connsiteY5" fmla="*/ 3220096 h 3504675"/>
              <a:gd name="connsiteX6" fmla="*/ 2275822 w 3484645"/>
              <a:gd name="connsiteY6" fmla="*/ 3443694 h 3504675"/>
              <a:gd name="connsiteX7" fmla="*/ 1838847 w 3484645"/>
              <a:gd name="connsiteY7" fmla="*/ 3504675 h 3504675"/>
              <a:gd name="connsiteX8" fmla="*/ 1249594 w 3484645"/>
              <a:gd name="connsiteY8" fmla="*/ 3443694 h 3504675"/>
              <a:gd name="connsiteX9" fmla="*/ 650235 w 3484645"/>
              <a:gd name="connsiteY9" fmla="*/ 3108647 h 3504675"/>
              <a:gd name="connsiteX10" fmla="*/ 426521 w 3484645"/>
              <a:gd name="connsiteY10" fmla="*/ 2874885 h 3504675"/>
              <a:gd name="connsiteX11" fmla="*/ 188171 w 3484645"/>
              <a:gd name="connsiteY11" fmla="*/ 2493927 h 3504675"/>
              <a:gd name="connsiteX12" fmla="*/ 30317 w 3484645"/>
              <a:gd name="connsiteY12" fmla="*/ 2031660 h 3504675"/>
              <a:gd name="connsiteX13" fmla="*/ 0 w 3484645"/>
              <a:gd name="connsiteY13" fmla="*/ 1848716 h 3504675"/>
              <a:gd name="connsiteX14" fmla="*/ 60981 w 3484645"/>
              <a:gd name="connsiteY14" fmla="*/ 1279907 h 3504675"/>
              <a:gd name="connsiteX15" fmla="*/ 691005 w 3484645"/>
              <a:gd name="connsiteY15" fmla="*/ 355374 h 3504675"/>
              <a:gd name="connsiteX16" fmla="*/ 1747550 w 3484645"/>
              <a:gd name="connsiteY16" fmla="*/ 0 h 350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84645" h="3504675">
                <a:moveTo>
                  <a:pt x="1747550" y="0"/>
                </a:moveTo>
                <a:cubicBezTo>
                  <a:pt x="1869164" y="0"/>
                  <a:pt x="2021791" y="0"/>
                  <a:pt x="2214840" y="60981"/>
                </a:cubicBezTo>
                <a:cubicBezTo>
                  <a:pt x="2428101" y="121963"/>
                  <a:pt x="2550063" y="233762"/>
                  <a:pt x="2672026" y="294743"/>
                </a:cubicBezTo>
                <a:cubicBezTo>
                  <a:pt x="3240720" y="670444"/>
                  <a:pt x="3484645" y="1107127"/>
                  <a:pt x="3484645" y="1666123"/>
                </a:cubicBezTo>
                <a:cubicBezTo>
                  <a:pt x="3484645" y="2001170"/>
                  <a:pt x="3423664" y="2285749"/>
                  <a:pt x="3271385" y="2559815"/>
                </a:cubicBezTo>
                <a:cubicBezTo>
                  <a:pt x="3139317" y="2844394"/>
                  <a:pt x="2956373" y="3057829"/>
                  <a:pt x="2712448" y="3220096"/>
                </a:cubicBezTo>
                <a:cubicBezTo>
                  <a:pt x="2580380" y="3281077"/>
                  <a:pt x="2428101" y="3413203"/>
                  <a:pt x="2275822" y="3443694"/>
                </a:cubicBezTo>
                <a:cubicBezTo>
                  <a:pt x="2113089" y="3504675"/>
                  <a:pt x="1960810" y="3504675"/>
                  <a:pt x="1838847" y="3504675"/>
                </a:cubicBezTo>
                <a:cubicBezTo>
                  <a:pt x="1676114" y="3504675"/>
                  <a:pt x="1462854" y="3474184"/>
                  <a:pt x="1249594" y="3443694"/>
                </a:cubicBezTo>
                <a:cubicBezTo>
                  <a:pt x="995563" y="3382712"/>
                  <a:pt x="772197" y="3230259"/>
                  <a:pt x="650235" y="3108647"/>
                </a:cubicBezTo>
                <a:cubicBezTo>
                  <a:pt x="579148" y="3078156"/>
                  <a:pt x="518167" y="2966357"/>
                  <a:pt x="426521" y="2874885"/>
                </a:cubicBezTo>
                <a:cubicBezTo>
                  <a:pt x="325118" y="2783413"/>
                  <a:pt x="279817" y="2717525"/>
                  <a:pt x="188171" y="2493927"/>
                </a:cubicBezTo>
                <a:cubicBezTo>
                  <a:pt x="96525" y="2270329"/>
                  <a:pt x="60981" y="2255258"/>
                  <a:pt x="30317" y="2031660"/>
                </a:cubicBezTo>
                <a:cubicBezTo>
                  <a:pt x="30317" y="2001170"/>
                  <a:pt x="0" y="1940188"/>
                  <a:pt x="0" y="1848716"/>
                </a:cubicBezTo>
                <a:cubicBezTo>
                  <a:pt x="0" y="1696613"/>
                  <a:pt x="30317" y="1412034"/>
                  <a:pt x="60981" y="1279907"/>
                </a:cubicBezTo>
                <a:cubicBezTo>
                  <a:pt x="223366" y="843225"/>
                  <a:pt x="386099" y="599300"/>
                  <a:pt x="691005" y="355374"/>
                </a:cubicBezTo>
                <a:cubicBezTo>
                  <a:pt x="975352" y="101636"/>
                  <a:pt x="1371556" y="0"/>
                  <a:pt x="1747550" y="0"/>
                </a:cubicBezTo>
                <a:close/>
              </a:path>
            </a:pathLst>
          </a:custGeom>
        </p:spPr>
        <p:txBody>
          <a:bodyPr wrap="square">
            <a:noAutofit/>
          </a:bodyPr>
          <a:lstStyle/>
          <a:p>
            <a:r>
              <a:rPr lang="en-US"/>
              <a:t>Click icon to add picture</a:t>
            </a:r>
            <a:endParaRPr lang="en-US" dirty="0"/>
          </a:p>
        </p:txBody>
      </p:sp>
      <p:sp>
        <p:nvSpPr>
          <p:cNvPr id="16" name="Picture Placeholder 16">
            <a:extLst>
              <a:ext uri="{FF2B5EF4-FFF2-40B4-BE49-F238E27FC236}">
                <a16:creationId xmlns:a16="http://schemas.microsoft.com/office/drawing/2014/main" id="{B4151D06-53FE-42E5-9665-965DC2C382EC}"/>
              </a:ext>
            </a:extLst>
          </p:cNvPr>
          <p:cNvSpPr>
            <a:spLocks noGrp="1"/>
          </p:cNvSpPr>
          <p:nvPr>
            <p:ph type="pic" sz="quarter" idx="11"/>
          </p:nvPr>
        </p:nvSpPr>
        <p:spPr>
          <a:xfrm>
            <a:off x="4383257" y="2634818"/>
            <a:ext cx="3534716" cy="3504675"/>
          </a:xfrm>
          <a:custGeom>
            <a:avLst/>
            <a:gdLst>
              <a:gd name="connsiteX0" fmla="*/ 1858773 w 3534716"/>
              <a:gd name="connsiteY0" fmla="*/ 0 h 3504675"/>
              <a:gd name="connsiteX1" fmla="*/ 2488521 w 3534716"/>
              <a:gd name="connsiteY1" fmla="*/ 142219 h 3504675"/>
              <a:gd name="connsiteX2" fmla="*/ 3118270 w 3534716"/>
              <a:gd name="connsiteY2" fmla="*/ 629826 h 3504675"/>
              <a:gd name="connsiteX3" fmla="*/ 3534716 w 3534716"/>
              <a:gd name="connsiteY3" fmla="*/ 1879319 h 3504675"/>
              <a:gd name="connsiteX4" fmla="*/ 3097955 w 3534716"/>
              <a:gd name="connsiteY4" fmla="*/ 2864691 h 3504675"/>
              <a:gd name="connsiteX5" fmla="*/ 2275220 w 3534716"/>
              <a:gd name="connsiteY5" fmla="*/ 3413249 h 3504675"/>
              <a:gd name="connsiteX6" fmla="*/ 1787673 w 3534716"/>
              <a:gd name="connsiteY6" fmla="*/ 3504675 h 3504675"/>
              <a:gd name="connsiteX7" fmla="*/ 893836 w 3534716"/>
              <a:gd name="connsiteY7" fmla="*/ 3281189 h 3504675"/>
              <a:gd name="connsiteX8" fmla="*/ 314874 w 3534716"/>
              <a:gd name="connsiteY8" fmla="*/ 2631046 h 3504675"/>
              <a:gd name="connsiteX9" fmla="*/ 0 w 3534716"/>
              <a:gd name="connsiteY9" fmla="*/ 1665991 h 3504675"/>
              <a:gd name="connsiteX10" fmla="*/ 487547 w 3534716"/>
              <a:gd name="connsiteY10" fmla="*/ 518083 h 3504675"/>
              <a:gd name="connsiteX11" fmla="*/ 1533742 w 3534716"/>
              <a:gd name="connsiteY11" fmla="*/ 20317 h 3504675"/>
              <a:gd name="connsiteX12" fmla="*/ 1858773 w 3534716"/>
              <a:gd name="connsiteY12" fmla="*/ 0 h 350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34716" h="3504675">
                <a:moveTo>
                  <a:pt x="1858773" y="0"/>
                </a:moveTo>
                <a:cubicBezTo>
                  <a:pt x="2061918" y="0"/>
                  <a:pt x="2346320" y="20317"/>
                  <a:pt x="2488521" y="142219"/>
                </a:cubicBezTo>
                <a:cubicBezTo>
                  <a:pt x="2661194" y="233645"/>
                  <a:pt x="2854182" y="365705"/>
                  <a:pt x="3118270" y="629826"/>
                </a:cubicBezTo>
                <a:cubicBezTo>
                  <a:pt x="3351886" y="1036165"/>
                  <a:pt x="3534716" y="1523772"/>
                  <a:pt x="3534716" y="1879319"/>
                </a:cubicBezTo>
                <a:cubicBezTo>
                  <a:pt x="3504244" y="2224707"/>
                  <a:pt x="3382358" y="2580254"/>
                  <a:pt x="3097955" y="2864691"/>
                </a:cubicBezTo>
                <a:cubicBezTo>
                  <a:pt x="2803396" y="3189762"/>
                  <a:pt x="2559622" y="3352298"/>
                  <a:pt x="2275220" y="3413249"/>
                </a:cubicBezTo>
                <a:lnTo>
                  <a:pt x="1787673" y="3504675"/>
                </a:lnTo>
                <a:cubicBezTo>
                  <a:pt x="1381383" y="3504675"/>
                  <a:pt x="1076667" y="3362456"/>
                  <a:pt x="893836" y="3281189"/>
                </a:cubicBezTo>
                <a:cubicBezTo>
                  <a:pt x="721164" y="3159287"/>
                  <a:pt x="518019" y="2956117"/>
                  <a:pt x="314874" y="2631046"/>
                </a:cubicBezTo>
                <a:cubicBezTo>
                  <a:pt x="111730" y="2346609"/>
                  <a:pt x="0" y="2021537"/>
                  <a:pt x="0" y="1665991"/>
                </a:cubicBezTo>
                <a:cubicBezTo>
                  <a:pt x="0" y="1584723"/>
                  <a:pt x="192988" y="782203"/>
                  <a:pt x="487547" y="518083"/>
                </a:cubicBezTo>
                <a:cubicBezTo>
                  <a:pt x="782107" y="253962"/>
                  <a:pt x="1208711" y="81268"/>
                  <a:pt x="1533742" y="20317"/>
                </a:cubicBezTo>
                <a:cubicBezTo>
                  <a:pt x="1625157" y="0"/>
                  <a:pt x="1706415" y="0"/>
                  <a:pt x="1858773" y="0"/>
                </a:cubicBezTo>
                <a:close/>
              </a:path>
            </a:pathLst>
          </a:custGeom>
        </p:spPr>
        <p:txBody>
          <a:bodyPr wrap="square">
            <a:noAutofit/>
          </a:bodyPr>
          <a:lstStyle/>
          <a:p>
            <a:r>
              <a:rPr lang="en-US"/>
              <a:t>Click icon to add picture</a:t>
            </a:r>
            <a:endParaRPr lang="en-US" dirty="0"/>
          </a:p>
        </p:txBody>
      </p:sp>
      <p:sp>
        <p:nvSpPr>
          <p:cNvPr id="23" name="Picture Placeholder 19">
            <a:extLst>
              <a:ext uri="{FF2B5EF4-FFF2-40B4-BE49-F238E27FC236}">
                <a16:creationId xmlns:a16="http://schemas.microsoft.com/office/drawing/2014/main" id="{B327F18E-56CE-4BED-9722-43624C672681}"/>
              </a:ext>
            </a:extLst>
          </p:cNvPr>
          <p:cNvSpPr>
            <a:spLocks noGrp="1"/>
          </p:cNvSpPr>
          <p:nvPr>
            <p:ph type="pic" sz="quarter" idx="12"/>
          </p:nvPr>
        </p:nvSpPr>
        <p:spPr>
          <a:xfrm>
            <a:off x="8298476" y="2680058"/>
            <a:ext cx="3485697" cy="3449280"/>
          </a:xfrm>
          <a:custGeom>
            <a:avLst/>
            <a:gdLst>
              <a:gd name="connsiteX0" fmla="*/ 1780826 w 3485697"/>
              <a:gd name="connsiteY0" fmla="*/ 4 h 3449280"/>
              <a:gd name="connsiteX1" fmla="*/ 2262915 w 3485697"/>
              <a:gd name="connsiteY1" fmla="*/ 85106 h 3449280"/>
              <a:gd name="connsiteX2" fmla="*/ 2822020 w 3485697"/>
              <a:gd name="connsiteY2" fmla="*/ 309385 h 3449280"/>
              <a:gd name="connsiteX3" fmla="*/ 3298864 w 3485697"/>
              <a:gd name="connsiteY3" fmla="*/ 886395 h 3449280"/>
              <a:gd name="connsiteX4" fmla="*/ 3485697 w 3485697"/>
              <a:gd name="connsiteY4" fmla="*/ 1664671 h 3449280"/>
              <a:gd name="connsiteX5" fmla="*/ 3236818 w 3485697"/>
              <a:gd name="connsiteY5" fmla="*/ 2567279 h 3449280"/>
              <a:gd name="connsiteX6" fmla="*/ 2583250 w 3485697"/>
              <a:gd name="connsiteY6" fmla="*/ 3231528 h 3449280"/>
              <a:gd name="connsiteX7" fmla="*/ 1867288 w 3485697"/>
              <a:gd name="connsiteY7" fmla="*/ 3449280 h 3449280"/>
              <a:gd name="connsiteX8" fmla="*/ 1244742 w 3485697"/>
              <a:gd name="connsiteY8" fmla="*/ 3387114 h 3449280"/>
              <a:gd name="connsiteX9" fmla="*/ 746985 w 3485697"/>
              <a:gd name="connsiteY9" fmla="*/ 3169018 h 3449280"/>
              <a:gd name="connsiteX10" fmla="*/ 186833 w 3485697"/>
              <a:gd name="connsiteY10" fmla="*/ 2567279 h 3449280"/>
              <a:gd name="connsiteX11" fmla="*/ 0 w 3485697"/>
              <a:gd name="connsiteY11" fmla="*/ 1820258 h 3449280"/>
              <a:gd name="connsiteX12" fmla="*/ 62394 w 3485697"/>
              <a:gd name="connsiteY12" fmla="*/ 1290989 h 3449280"/>
              <a:gd name="connsiteX13" fmla="*/ 622545 w 3485697"/>
              <a:gd name="connsiteY13" fmla="*/ 325871 h 3449280"/>
              <a:gd name="connsiteX14" fmla="*/ 1585992 w 3485697"/>
              <a:gd name="connsiteY14" fmla="*/ 14697 h 3449280"/>
              <a:gd name="connsiteX15" fmla="*/ 1780826 w 3485697"/>
              <a:gd name="connsiteY15" fmla="*/ 4 h 344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85697" h="3449280">
                <a:moveTo>
                  <a:pt x="1780826" y="4"/>
                </a:moveTo>
                <a:cubicBezTo>
                  <a:pt x="1965933" y="-415"/>
                  <a:pt x="2123051" y="38482"/>
                  <a:pt x="2262915" y="85106"/>
                </a:cubicBezTo>
                <a:cubicBezTo>
                  <a:pt x="2449748" y="116361"/>
                  <a:pt x="2666210" y="247219"/>
                  <a:pt x="2822020" y="309385"/>
                </a:cubicBezTo>
                <a:cubicBezTo>
                  <a:pt x="3101922" y="496226"/>
                  <a:pt x="3205447" y="668299"/>
                  <a:pt x="3298864" y="886395"/>
                </a:cubicBezTo>
                <a:cubicBezTo>
                  <a:pt x="3423303" y="1104147"/>
                  <a:pt x="3485697" y="1384409"/>
                  <a:pt x="3485697" y="1664671"/>
                </a:cubicBezTo>
                <a:cubicBezTo>
                  <a:pt x="3485697" y="2007099"/>
                  <a:pt x="3392280" y="2287017"/>
                  <a:pt x="3236818" y="2567279"/>
                </a:cubicBezTo>
                <a:cubicBezTo>
                  <a:pt x="3112379" y="2847541"/>
                  <a:pt x="2863151" y="3065294"/>
                  <a:pt x="2583250" y="3231528"/>
                </a:cubicBezTo>
                <a:cubicBezTo>
                  <a:pt x="2334023" y="3387114"/>
                  <a:pt x="2116167" y="3449280"/>
                  <a:pt x="1867288" y="3449280"/>
                </a:cubicBezTo>
                <a:cubicBezTo>
                  <a:pt x="1649432" y="3449280"/>
                  <a:pt x="1431576" y="3418025"/>
                  <a:pt x="1244742" y="3387114"/>
                </a:cubicBezTo>
                <a:cubicBezTo>
                  <a:pt x="1026886" y="3324605"/>
                  <a:pt x="871424" y="3262439"/>
                  <a:pt x="746985" y="3169018"/>
                </a:cubicBezTo>
                <a:cubicBezTo>
                  <a:pt x="498106" y="2971873"/>
                  <a:pt x="311273" y="2785032"/>
                  <a:pt x="186833" y="2567279"/>
                </a:cubicBezTo>
                <a:cubicBezTo>
                  <a:pt x="62394" y="2318272"/>
                  <a:pt x="0" y="2069265"/>
                  <a:pt x="0" y="1820258"/>
                </a:cubicBezTo>
                <a:cubicBezTo>
                  <a:pt x="0" y="1633416"/>
                  <a:pt x="0" y="1477830"/>
                  <a:pt x="62394" y="1290989"/>
                </a:cubicBezTo>
                <a:cubicBezTo>
                  <a:pt x="155462" y="823885"/>
                  <a:pt x="342295" y="512712"/>
                  <a:pt x="622545" y="325871"/>
                </a:cubicBezTo>
                <a:cubicBezTo>
                  <a:pt x="902447" y="108118"/>
                  <a:pt x="1312713" y="54882"/>
                  <a:pt x="1585992" y="14697"/>
                </a:cubicBezTo>
                <a:cubicBezTo>
                  <a:pt x="1654312" y="4651"/>
                  <a:pt x="1719124" y="143"/>
                  <a:pt x="1780826" y="4"/>
                </a:cubicBezTo>
                <a:close/>
              </a:path>
            </a:pathLst>
          </a:custGeom>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31448670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opic 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62235CD-026E-4B65-A804-8C877A0C4F31}"/>
              </a:ext>
            </a:extLst>
          </p:cNvPr>
          <p:cNvSpPr>
            <a:spLocks noGrp="1"/>
          </p:cNvSpPr>
          <p:nvPr>
            <p:ph type="pic" sz="quarter" idx="12"/>
          </p:nvPr>
        </p:nvSpPr>
        <p:spPr>
          <a:xfrm>
            <a:off x="0" y="0"/>
            <a:ext cx="12192000" cy="6858000"/>
          </a:xfrm>
          <a:custGeom>
            <a:avLst/>
            <a:gdLst>
              <a:gd name="connsiteX0" fmla="*/ 5123702 w 12192000"/>
              <a:gd name="connsiteY0" fmla="*/ 0 h 6858000"/>
              <a:gd name="connsiteX1" fmla="*/ 12192000 w 12192000"/>
              <a:gd name="connsiteY1" fmla="*/ 0 h 6858000"/>
              <a:gd name="connsiteX2" fmla="*/ 12192000 w 12192000"/>
              <a:gd name="connsiteY2" fmla="*/ 6858000 h 6858000"/>
              <a:gd name="connsiteX3" fmla="*/ 4294649 w 12192000"/>
              <a:gd name="connsiteY3" fmla="*/ 6858000 h 6858000"/>
              <a:gd name="connsiteX4" fmla="*/ 4543103 w 12192000"/>
              <a:gd name="connsiteY4" fmla="*/ 6794309 h 6858000"/>
              <a:gd name="connsiteX5" fmla="*/ 5784508 w 12192000"/>
              <a:gd name="connsiteY5" fmla="*/ 6102159 h 6858000"/>
              <a:gd name="connsiteX6" fmla="*/ 7044313 w 12192000"/>
              <a:gd name="connsiteY6" fmla="*/ 3583629 h 6858000"/>
              <a:gd name="connsiteX7" fmla="*/ 6748215 w 12192000"/>
              <a:gd name="connsiteY7" fmla="*/ 1870260 h 6858000"/>
              <a:gd name="connsiteX8" fmla="*/ 5569893 w 12192000"/>
              <a:gd name="connsiteY8" fmla="*/ 265913 h 6858000"/>
              <a:gd name="connsiteX9" fmla="*/ 5336837 w 12192000"/>
              <a:gd name="connsiteY9" fmla="*/ 117758 h 6858000"/>
              <a:gd name="connsiteX10" fmla="*/ 0 w 12192000"/>
              <a:gd name="connsiteY10" fmla="*/ 0 h 6858000"/>
              <a:gd name="connsiteX11" fmla="*/ 1478233 w 12192000"/>
              <a:gd name="connsiteY11" fmla="*/ 0 h 6858000"/>
              <a:gd name="connsiteX12" fmla="*/ 1376868 w 12192000"/>
              <a:gd name="connsiteY12" fmla="*/ 53544 h 6858000"/>
              <a:gd name="connsiteX13" fmla="*/ 763225 w 12192000"/>
              <a:gd name="connsiteY13" fmla="*/ 435512 h 6858000"/>
              <a:gd name="connsiteX14" fmla="*/ 3659 w 12192000"/>
              <a:gd name="connsiteY14" fmla="*/ 1575960 h 6858000"/>
              <a:gd name="connsiteX15" fmla="*/ 1 w 12192000"/>
              <a:gd name="connsiteY15" fmla="*/ 1586010 h 6858000"/>
              <a:gd name="connsiteX16" fmla="*/ 1 w 12192000"/>
              <a:gd name="connsiteY16" fmla="*/ 4992019 h 6858000"/>
              <a:gd name="connsiteX17" fmla="*/ 43793 w 12192000"/>
              <a:gd name="connsiteY17" fmla="*/ 5068808 h 6858000"/>
              <a:gd name="connsiteX18" fmla="*/ 508319 w 12192000"/>
              <a:gd name="connsiteY18" fmla="*/ 5721038 h 6858000"/>
              <a:gd name="connsiteX19" fmla="*/ 1561497 w 12192000"/>
              <a:gd name="connsiteY19" fmla="*/ 6516913 h 6858000"/>
              <a:gd name="connsiteX20" fmla="*/ 2199909 w 12192000"/>
              <a:gd name="connsiteY20" fmla="*/ 6808527 h 6858000"/>
              <a:gd name="connsiteX21" fmla="*/ 2401902 w 12192000"/>
              <a:gd name="connsiteY21" fmla="*/ 6858000 h 6858000"/>
              <a:gd name="connsiteX22" fmla="*/ 0 w 12192000"/>
              <a:gd name="connsiteY2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2000" h="6858000">
                <a:moveTo>
                  <a:pt x="5123702" y="0"/>
                </a:moveTo>
                <a:lnTo>
                  <a:pt x="12192000" y="0"/>
                </a:lnTo>
                <a:lnTo>
                  <a:pt x="12192000" y="6858000"/>
                </a:lnTo>
                <a:lnTo>
                  <a:pt x="4294649" y="6858000"/>
                </a:lnTo>
                <a:lnTo>
                  <a:pt x="4543103" y="6794309"/>
                </a:lnTo>
                <a:cubicBezTo>
                  <a:pt x="5014473" y="6649034"/>
                  <a:pt x="5429526" y="6399659"/>
                  <a:pt x="5784508" y="6102159"/>
                </a:cubicBezTo>
                <a:cubicBezTo>
                  <a:pt x="6353535" y="5625104"/>
                  <a:pt x="6883605" y="4288680"/>
                  <a:pt x="7044313" y="3583629"/>
                </a:cubicBezTo>
                <a:cubicBezTo>
                  <a:pt x="7205014" y="2877517"/>
                  <a:pt x="6993682" y="2422592"/>
                  <a:pt x="6748215" y="1870260"/>
                </a:cubicBezTo>
                <a:cubicBezTo>
                  <a:pt x="6502213" y="1317394"/>
                  <a:pt x="5738966" y="373824"/>
                  <a:pt x="5569893" y="265913"/>
                </a:cubicBezTo>
                <a:cubicBezTo>
                  <a:pt x="5497000" y="216088"/>
                  <a:pt x="5419065" y="166493"/>
                  <a:pt x="5336837" y="117758"/>
                </a:cubicBezTo>
                <a:close/>
                <a:moveTo>
                  <a:pt x="0" y="0"/>
                </a:moveTo>
                <a:lnTo>
                  <a:pt x="1478233" y="0"/>
                </a:lnTo>
                <a:lnTo>
                  <a:pt x="1376868" y="53544"/>
                </a:lnTo>
                <a:cubicBezTo>
                  <a:pt x="1049753" y="231096"/>
                  <a:pt x="809295" y="389442"/>
                  <a:pt x="763225" y="435512"/>
                </a:cubicBezTo>
                <a:cubicBezTo>
                  <a:pt x="427428" y="771309"/>
                  <a:pt x="175347" y="1155399"/>
                  <a:pt x="3659" y="1575960"/>
                </a:cubicBezTo>
                <a:lnTo>
                  <a:pt x="1" y="1586010"/>
                </a:lnTo>
                <a:lnTo>
                  <a:pt x="1" y="4992019"/>
                </a:lnTo>
                <a:lnTo>
                  <a:pt x="43793" y="5068808"/>
                </a:lnTo>
                <a:cubicBezTo>
                  <a:pt x="199310" y="5325558"/>
                  <a:pt x="370402" y="5550958"/>
                  <a:pt x="508319" y="5721038"/>
                </a:cubicBezTo>
                <a:cubicBezTo>
                  <a:pt x="784154" y="6061198"/>
                  <a:pt x="1210792" y="6251624"/>
                  <a:pt x="1561497" y="6516913"/>
                </a:cubicBezTo>
                <a:cubicBezTo>
                  <a:pt x="1757316" y="6643529"/>
                  <a:pt x="1966063" y="6739921"/>
                  <a:pt x="2199909" y="6808527"/>
                </a:cubicBezTo>
                <a:lnTo>
                  <a:pt x="2401902" y="6858000"/>
                </a:lnTo>
                <a:lnTo>
                  <a:pt x="0" y="6858000"/>
                </a:lnTo>
                <a:close/>
              </a:path>
            </a:pathLst>
          </a:custGeom>
        </p:spPr>
        <p:txBody>
          <a:bodyPr wrap="square">
            <a:noAutofit/>
          </a:bodyPr>
          <a:lstStyle/>
          <a:p>
            <a:r>
              <a:rPr lang="en-US"/>
              <a:t>Click icon to add picture</a:t>
            </a:r>
            <a:endParaRPr lang="en-US" dirty="0"/>
          </a:p>
        </p:txBody>
      </p:sp>
      <p:sp>
        <p:nvSpPr>
          <p:cNvPr id="2" name="Title 1">
            <a:extLst>
              <a:ext uri="{FF2B5EF4-FFF2-40B4-BE49-F238E27FC236}">
                <a16:creationId xmlns:a16="http://schemas.microsoft.com/office/drawing/2014/main" id="{EDE0715F-E7F9-4984-81DF-4367F383FAF9}"/>
              </a:ext>
            </a:extLst>
          </p:cNvPr>
          <p:cNvSpPr>
            <a:spLocks noGrp="1"/>
          </p:cNvSpPr>
          <p:nvPr>
            <p:ph type="title"/>
          </p:nvPr>
        </p:nvSpPr>
        <p:spPr>
          <a:xfrm>
            <a:off x="720724" y="1579842"/>
            <a:ext cx="5014913" cy="2039662"/>
          </a:xfrm>
        </p:spPr>
        <p:txBody>
          <a:bodyPr anchor="b">
            <a:normAutofit/>
          </a:bodyPr>
          <a:lstStyle>
            <a:lvl1pPr algn="ctr">
              <a:defRPr sz="5400"/>
            </a:lvl1pPr>
          </a:lstStyle>
          <a:p>
            <a:r>
              <a:rPr lang="en-US"/>
              <a:t>Click to edit Master title style</a:t>
            </a:r>
            <a:endParaRPr lang="en-US" dirty="0"/>
          </a:p>
        </p:txBody>
      </p:sp>
      <p:sp>
        <p:nvSpPr>
          <p:cNvPr id="15" name="Text Placeholder 14">
            <a:extLst>
              <a:ext uri="{FF2B5EF4-FFF2-40B4-BE49-F238E27FC236}">
                <a16:creationId xmlns:a16="http://schemas.microsoft.com/office/drawing/2014/main" id="{B584F01D-202E-467D-909E-95AC750B1184}"/>
              </a:ext>
            </a:extLst>
          </p:cNvPr>
          <p:cNvSpPr>
            <a:spLocks noGrp="1"/>
          </p:cNvSpPr>
          <p:nvPr>
            <p:ph type="body" sz="quarter" idx="11"/>
          </p:nvPr>
        </p:nvSpPr>
        <p:spPr>
          <a:xfrm>
            <a:off x="720725" y="3818283"/>
            <a:ext cx="5014913" cy="1201737"/>
          </a:xfrm>
        </p:spPr>
        <p:txBody>
          <a:bodyPr>
            <a:normAutofit/>
          </a:bodyPr>
          <a:lstStyle>
            <a:lvl1pPr algn="ctr">
              <a:buNone/>
              <a:defRPr sz="2400"/>
            </a:lvl1pPr>
            <a:lvl2pPr>
              <a:buNone/>
              <a:defRPr/>
            </a:lvl2pPr>
            <a:lvl3pPr>
              <a:buNone/>
              <a:defRPr/>
            </a:lvl3pPr>
            <a:lvl4pPr>
              <a:buNone/>
              <a:defRPr/>
            </a:lvl4pPr>
            <a:lvl5pPr>
              <a:buNone/>
              <a:defRPr/>
            </a:lvl5pPr>
          </a:lstStyle>
          <a:p>
            <a:pPr lvl="0"/>
            <a:r>
              <a:rPr lang="en-US"/>
              <a:t>Click to edit Master text styles</a:t>
            </a:r>
          </a:p>
        </p:txBody>
      </p:sp>
      <p:sp useBgFill="1">
        <p:nvSpPr>
          <p:cNvPr id="8" name="Freeform: Shape 7">
            <a:extLst>
              <a:ext uri="{FF2B5EF4-FFF2-40B4-BE49-F238E27FC236}">
                <a16:creationId xmlns:a16="http://schemas.microsoft.com/office/drawing/2014/main" id="{38CCBCF1-1C42-4C63-91FF-3E2B5C61C584}"/>
              </a:ext>
              <a:ext uri="{C183D7F6-B498-43B3-948B-1728B52AA6E4}">
                <adec:decorative xmlns:adec="http://schemas.microsoft.com/office/drawing/2017/decorative" val="1"/>
              </a:ext>
            </a:extLst>
          </p:cNvPr>
          <p:cNvSpPr/>
          <p:nvPr userDrawn="1"/>
        </p:nvSpPr>
        <p:spPr>
          <a:xfrm>
            <a:off x="1" y="0"/>
            <a:ext cx="7100407" cy="6858000"/>
          </a:xfrm>
          <a:custGeom>
            <a:avLst/>
            <a:gdLst>
              <a:gd name="connsiteX0" fmla="*/ 1478232 w 7100407"/>
              <a:gd name="connsiteY0" fmla="*/ 0 h 6858000"/>
              <a:gd name="connsiteX1" fmla="*/ 5123701 w 7100407"/>
              <a:gd name="connsiteY1" fmla="*/ 0 h 6858000"/>
              <a:gd name="connsiteX2" fmla="*/ 5336836 w 7100407"/>
              <a:gd name="connsiteY2" fmla="*/ 117758 h 6858000"/>
              <a:gd name="connsiteX3" fmla="*/ 5569892 w 7100407"/>
              <a:gd name="connsiteY3" fmla="*/ 265913 h 6858000"/>
              <a:gd name="connsiteX4" fmla="*/ 6748214 w 7100407"/>
              <a:gd name="connsiteY4" fmla="*/ 1870260 h 6858000"/>
              <a:gd name="connsiteX5" fmla="*/ 7044312 w 7100407"/>
              <a:gd name="connsiteY5" fmla="*/ 3583629 h 6858000"/>
              <a:gd name="connsiteX6" fmla="*/ 5784507 w 7100407"/>
              <a:gd name="connsiteY6" fmla="*/ 6102159 h 6858000"/>
              <a:gd name="connsiteX7" fmla="*/ 4543102 w 7100407"/>
              <a:gd name="connsiteY7" fmla="*/ 6794309 h 6858000"/>
              <a:gd name="connsiteX8" fmla="*/ 4294648 w 7100407"/>
              <a:gd name="connsiteY8" fmla="*/ 6858000 h 6858000"/>
              <a:gd name="connsiteX9" fmla="*/ 2401901 w 7100407"/>
              <a:gd name="connsiteY9" fmla="*/ 6858000 h 6858000"/>
              <a:gd name="connsiteX10" fmla="*/ 2199908 w 7100407"/>
              <a:gd name="connsiteY10" fmla="*/ 6808527 h 6858000"/>
              <a:gd name="connsiteX11" fmla="*/ 1561496 w 7100407"/>
              <a:gd name="connsiteY11" fmla="*/ 6516913 h 6858000"/>
              <a:gd name="connsiteX12" fmla="*/ 508318 w 7100407"/>
              <a:gd name="connsiteY12" fmla="*/ 5721038 h 6858000"/>
              <a:gd name="connsiteX13" fmla="*/ 43792 w 7100407"/>
              <a:gd name="connsiteY13" fmla="*/ 5068808 h 6858000"/>
              <a:gd name="connsiteX14" fmla="*/ 0 w 7100407"/>
              <a:gd name="connsiteY14" fmla="*/ 4992019 h 6858000"/>
              <a:gd name="connsiteX15" fmla="*/ 0 w 7100407"/>
              <a:gd name="connsiteY15" fmla="*/ 1586010 h 6858000"/>
              <a:gd name="connsiteX16" fmla="*/ 3658 w 7100407"/>
              <a:gd name="connsiteY16" fmla="*/ 1575960 h 6858000"/>
              <a:gd name="connsiteX17" fmla="*/ 763224 w 7100407"/>
              <a:gd name="connsiteY17" fmla="*/ 435512 h 6858000"/>
              <a:gd name="connsiteX18" fmla="*/ 1376867 w 7100407"/>
              <a:gd name="connsiteY18" fmla="*/ 535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100407" h="6858000">
                <a:moveTo>
                  <a:pt x="1478232" y="0"/>
                </a:moveTo>
                <a:lnTo>
                  <a:pt x="5123701" y="0"/>
                </a:lnTo>
                <a:lnTo>
                  <a:pt x="5336836" y="117758"/>
                </a:lnTo>
                <a:cubicBezTo>
                  <a:pt x="5419064" y="166493"/>
                  <a:pt x="5496999" y="216088"/>
                  <a:pt x="5569892" y="265913"/>
                </a:cubicBezTo>
                <a:cubicBezTo>
                  <a:pt x="5738965" y="373824"/>
                  <a:pt x="6502212" y="1317394"/>
                  <a:pt x="6748214" y="1870260"/>
                </a:cubicBezTo>
                <a:cubicBezTo>
                  <a:pt x="6993681" y="2422592"/>
                  <a:pt x="7205013" y="2877517"/>
                  <a:pt x="7044312" y="3583629"/>
                </a:cubicBezTo>
                <a:cubicBezTo>
                  <a:pt x="6883604" y="4288680"/>
                  <a:pt x="6353534" y="5625104"/>
                  <a:pt x="5784507" y="6102159"/>
                </a:cubicBezTo>
                <a:cubicBezTo>
                  <a:pt x="5429525" y="6399659"/>
                  <a:pt x="5014472" y="6649034"/>
                  <a:pt x="4543102" y="6794309"/>
                </a:cubicBezTo>
                <a:lnTo>
                  <a:pt x="4294648" y="6858000"/>
                </a:lnTo>
                <a:lnTo>
                  <a:pt x="2401901" y="6858000"/>
                </a:lnTo>
                <a:lnTo>
                  <a:pt x="2199908" y="6808527"/>
                </a:lnTo>
                <a:cubicBezTo>
                  <a:pt x="1966062" y="6739921"/>
                  <a:pt x="1757315" y="6643529"/>
                  <a:pt x="1561496" y="6516913"/>
                </a:cubicBezTo>
                <a:cubicBezTo>
                  <a:pt x="1210791" y="6251624"/>
                  <a:pt x="784153" y="6061198"/>
                  <a:pt x="508318" y="5721038"/>
                </a:cubicBezTo>
                <a:cubicBezTo>
                  <a:pt x="370401" y="5550958"/>
                  <a:pt x="199309" y="5325558"/>
                  <a:pt x="43792" y="5068808"/>
                </a:cubicBezTo>
                <a:lnTo>
                  <a:pt x="0" y="4992019"/>
                </a:lnTo>
                <a:lnTo>
                  <a:pt x="0" y="1586010"/>
                </a:lnTo>
                <a:lnTo>
                  <a:pt x="3658" y="1575960"/>
                </a:lnTo>
                <a:cubicBezTo>
                  <a:pt x="175346" y="1155399"/>
                  <a:pt x="427427" y="771309"/>
                  <a:pt x="763224" y="435512"/>
                </a:cubicBezTo>
                <a:cubicBezTo>
                  <a:pt x="809294" y="389442"/>
                  <a:pt x="1049752" y="231096"/>
                  <a:pt x="1376867" y="53544"/>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508978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BDD2C61-C6B3-4886-A27C-B61C62974FBD}"/>
              </a:ext>
            </a:extLst>
          </p:cNvPr>
          <p:cNvSpPr>
            <a:spLocks noGrp="1"/>
          </p:cNvSpPr>
          <p:nvPr>
            <p:ph type="pic" sz="quarter" idx="11"/>
          </p:nvPr>
        </p:nvSpPr>
        <p:spPr>
          <a:xfrm>
            <a:off x="0" y="1"/>
            <a:ext cx="4817996" cy="6858001"/>
          </a:xfrm>
          <a:custGeom>
            <a:avLst/>
            <a:gdLst>
              <a:gd name="connsiteX0" fmla="*/ 0 w 4817996"/>
              <a:gd name="connsiteY0" fmla="*/ 0 h 6858001"/>
              <a:gd name="connsiteX1" fmla="*/ 4455466 w 4817996"/>
              <a:gd name="connsiteY1" fmla="*/ 0 h 6858001"/>
              <a:gd name="connsiteX2" fmla="*/ 4203348 w 4817996"/>
              <a:gd name="connsiteY2" fmla="*/ 98577 h 6858001"/>
              <a:gd name="connsiteX3" fmla="*/ 3717157 w 4817996"/>
              <a:gd name="connsiteY3" fmla="*/ 385307 h 6858001"/>
              <a:gd name="connsiteX4" fmla="*/ 2532107 w 4817996"/>
              <a:gd name="connsiteY4" fmla="*/ 1957426 h 6858001"/>
              <a:gd name="connsiteX5" fmla="*/ 2331242 w 4817996"/>
              <a:gd name="connsiteY5" fmla="*/ 3153405 h 6858001"/>
              <a:gd name="connsiteX6" fmla="*/ 2338687 w 4817996"/>
              <a:gd name="connsiteY6" fmla="*/ 3309256 h 6858001"/>
              <a:gd name="connsiteX7" fmla="*/ 2344494 w 4817996"/>
              <a:gd name="connsiteY7" fmla="*/ 3309256 h 6858001"/>
              <a:gd name="connsiteX8" fmla="*/ 2350370 w 4817996"/>
              <a:gd name="connsiteY8" fmla="*/ 3436629 h 6858001"/>
              <a:gd name="connsiteX9" fmla="*/ 2752145 w 4817996"/>
              <a:gd name="connsiteY9" fmla="*/ 5098005 h 6858001"/>
              <a:gd name="connsiteX10" fmla="*/ 3955219 w 4817996"/>
              <a:gd name="connsiteY10" fmla="*/ 6437308 h 6858001"/>
              <a:gd name="connsiteX11" fmla="*/ 4698058 w 4817996"/>
              <a:gd name="connsiteY11" fmla="*/ 6817628 h 6858001"/>
              <a:gd name="connsiteX12" fmla="*/ 4817996 w 4817996"/>
              <a:gd name="connsiteY12" fmla="*/ 6858001 h 6858001"/>
              <a:gd name="connsiteX13" fmla="*/ 1 w 4817996"/>
              <a:gd name="connsiteY13" fmla="*/ 6858001 h 6858001"/>
              <a:gd name="connsiteX14" fmla="*/ 1 w 4817996"/>
              <a:gd name="connsiteY14" fmla="*/ 3430801 h 6858001"/>
              <a:gd name="connsiteX15" fmla="*/ 0 w 4817996"/>
              <a:gd name="connsiteY15" fmla="*/ 34308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7996" h="6858001">
                <a:moveTo>
                  <a:pt x="0" y="0"/>
                </a:moveTo>
                <a:lnTo>
                  <a:pt x="4455466" y="0"/>
                </a:lnTo>
                <a:lnTo>
                  <a:pt x="4203348" y="98577"/>
                </a:lnTo>
                <a:cubicBezTo>
                  <a:pt x="4032147" y="174775"/>
                  <a:pt x="3867541" y="268390"/>
                  <a:pt x="3717157" y="385307"/>
                </a:cubicBezTo>
                <a:cubicBezTo>
                  <a:pt x="3209493" y="685318"/>
                  <a:pt x="2760405" y="1430200"/>
                  <a:pt x="2532107" y="1957426"/>
                </a:cubicBezTo>
                <a:cubicBezTo>
                  <a:pt x="2361446" y="2353398"/>
                  <a:pt x="2323850" y="2753091"/>
                  <a:pt x="2331242" y="3153405"/>
                </a:cubicBezTo>
                <a:lnTo>
                  <a:pt x="2338687" y="3309256"/>
                </a:lnTo>
                <a:lnTo>
                  <a:pt x="2344494" y="3309256"/>
                </a:lnTo>
                <a:lnTo>
                  <a:pt x="2350370" y="3436629"/>
                </a:lnTo>
                <a:cubicBezTo>
                  <a:pt x="2387168" y="3989406"/>
                  <a:pt x="2484045" y="4543706"/>
                  <a:pt x="2752145" y="5098005"/>
                </a:cubicBezTo>
                <a:cubicBezTo>
                  <a:pt x="3019495" y="5583017"/>
                  <a:pt x="3420520" y="5997980"/>
                  <a:pt x="3955219" y="6437308"/>
                </a:cubicBezTo>
                <a:cubicBezTo>
                  <a:pt x="4155731" y="6593206"/>
                  <a:pt x="4393840" y="6710127"/>
                  <a:pt x="4698058" y="6817628"/>
                </a:cubicBezTo>
                <a:lnTo>
                  <a:pt x="4817996" y="6858001"/>
                </a:lnTo>
                <a:lnTo>
                  <a:pt x="1" y="6858001"/>
                </a:lnTo>
                <a:lnTo>
                  <a:pt x="1" y="3430801"/>
                </a:lnTo>
                <a:lnTo>
                  <a:pt x="0" y="3430801"/>
                </a:lnTo>
                <a:close/>
              </a:path>
            </a:pathLst>
          </a:custGeom>
        </p:spPr>
        <p:txBody>
          <a:bodyPr wrap="square">
            <a:noAutofit/>
          </a:bodyPr>
          <a:lstStyle/>
          <a:p>
            <a:r>
              <a:rPr lang="en-US"/>
              <a:t>Click icon to add picture</a:t>
            </a:r>
            <a:endParaRPr lang="en-US" dirty="0"/>
          </a:p>
        </p:txBody>
      </p:sp>
      <p:sp>
        <p:nvSpPr>
          <p:cNvPr id="15" name="Picture Placeholder 14">
            <a:extLst>
              <a:ext uri="{FF2B5EF4-FFF2-40B4-BE49-F238E27FC236}">
                <a16:creationId xmlns:a16="http://schemas.microsoft.com/office/drawing/2014/main" id="{9CE00F47-2241-4615-AFC0-D2FC201469EB}"/>
              </a:ext>
            </a:extLst>
          </p:cNvPr>
          <p:cNvSpPr>
            <a:spLocks noGrp="1"/>
          </p:cNvSpPr>
          <p:nvPr>
            <p:ph type="pic" sz="quarter" idx="12"/>
          </p:nvPr>
        </p:nvSpPr>
        <p:spPr>
          <a:xfrm>
            <a:off x="7374705" y="-3"/>
            <a:ext cx="4817297" cy="6858001"/>
          </a:xfrm>
          <a:custGeom>
            <a:avLst/>
            <a:gdLst>
              <a:gd name="connsiteX0" fmla="*/ 347148 w 4817297"/>
              <a:gd name="connsiteY0" fmla="*/ 0 h 6858001"/>
              <a:gd name="connsiteX1" fmla="*/ 4817296 w 4817297"/>
              <a:gd name="connsiteY1" fmla="*/ 0 h 6858001"/>
              <a:gd name="connsiteX2" fmla="*/ 4817296 w 4817297"/>
              <a:gd name="connsiteY2" fmla="*/ 3430803 h 6858001"/>
              <a:gd name="connsiteX3" fmla="*/ 4817297 w 4817297"/>
              <a:gd name="connsiteY3" fmla="*/ 3430803 h 6858001"/>
              <a:gd name="connsiteX4" fmla="*/ 4817297 w 4817297"/>
              <a:gd name="connsiteY4" fmla="*/ 6858001 h 6858001"/>
              <a:gd name="connsiteX5" fmla="*/ 0 w 4817297"/>
              <a:gd name="connsiteY5" fmla="*/ 6858001 h 6858001"/>
              <a:gd name="connsiteX6" fmla="*/ 135795 w 4817297"/>
              <a:gd name="connsiteY6" fmla="*/ 6800192 h 6858001"/>
              <a:gd name="connsiteX7" fmla="*/ 526928 w 4817297"/>
              <a:gd name="connsiteY7" fmla="*/ 6585547 h 6858001"/>
              <a:gd name="connsiteX8" fmla="*/ 1931265 w 4817297"/>
              <a:gd name="connsiteY8" fmla="*/ 5158286 h 6858001"/>
              <a:gd name="connsiteX9" fmla="*/ 2456696 w 4817297"/>
              <a:gd name="connsiteY9" fmla="*/ 3488484 h 6858001"/>
              <a:gd name="connsiteX10" fmla="*/ 2458676 w 4817297"/>
              <a:gd name="connsiteY10" fmla="*/ 3430803 h 6858001"/>
              <a:gd name="connsiteX11" fmla="*/ 2462239 w 4817297"/>
              <a:gd name="connsiteY11" fmla="*/ 3430803 h 6858001"/>
              <a:gd name="connsiteX12" fmla="*/ 2465963 w 4817297"/>
              <a:gd name="connsiteY12" fmla="*/ 3318938 h 6858001"/>
              <a:gd name="connsiteX13" fmla="*/ 2064188 w 4817297"/>
              <a:gd name="connsiteY13" fmla="*/ 1595395 h 6858001"/>
              <a:gd name="connsiteX14" fmla="*/ 794276 w 4817297"/>
              <a:gd name="connsiteY14" fmla="*/ 215347 h 6858001"/>
              <a:gd name="connsiteX15" fmla="*/ 546722 w 4817297"/>
              <a:gd name="connsiteY15" fmla="*/ 100007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7297" h="6858001">
                <a:moveTo>
                  <a:pt x="347148" y="0"/>
                </a:moveTo>
                <a:lnTo>
                  <a:pt x="4817296" y="0"/>
                </a:lnTo>
                <a:lnTo>
                  <a:pt x="4817296" y="3430803"/>
                </a:lnTo>
                <a:lnTo>
                  <a:pt x="4817297" y="3430803"/>
                </a:lnTo>
                <a:lnTo>
                  <a:pt x="4817297" y="6858001"/>
                </a:lnTo>
                <a:lnTo>
                  <a:pt x="0" y="6858001"/>
                </a:lnTo>
                <a:lnTo>
                  <a:pt x="135795" y="6800192"/>
                </a:lnTo>
                <a:cubicBezTo>
                  <a:pt x="263380" y="6740562"/>
                  <a:pt x="393065" y="6669374"/>
                  <a:pt x="526928" y="6585547"/>
                </a:cubicBezTo>
                <a:cubicBezTo>
                  <a:pt x="1128465" y="6228916"/>
                  <a:pt x="1663915" y="5760515"/>
                  <a:pt x="1931265" y="5158286"/>
                </a:cubicBezTo>
                <a:cubicBezTo>
                  <a:pt x="2223678" y="4631336"/>
                  <a:pt x="2413747" y="4104949"/>
                  <a:pt x="2456696" y="3488484"/>
                </a:cubicBezTo>
                <a:lnTo>
                  <a:pt x="2458676" y="3430803"/>
                </a:lnTo>
                <a:lnTo>
                  <a:pt x="2462239" y="3430803"/>
                </a:lnTo>
                <a:lnTo>
                  <a:pt x="2465963" y="3318938"/>
                </a:lnTo>
                <a:cubicBezTo>
                  <a:pt x="2465963" y="2697917"/>
                  <a:pt x="2331537" y="2076895"/>
                  <a:pt x="2064188" y="1595395"/>
                </a:cubicBezTo>
                <a:cubicBezTo>
                  <a:pt x="1863675" y="1111620"/>
                  <a:pt x="1395813" y="628603"/>
                  <a:pt x="794276" y="215347"/>
                </a:cubicBezTo>
                <a:cubicBezTo>
                  <a:pt x="710542" y="180846"/>
                  <a:pt x="628685" y="141179"/>
                  <a:pt x="546722" y="100007"/>
                </a:cubicBezTo>
                <a:close/>
              </a:path>
            </a:pathLst>
          </a:custGeom>
        </p:spPr>
        <p:txBody>
          <a:bodyPr wrap="square">
            <a:noAutofit/>
          </a:bodyPr>
          <a:lstStyle/>
          <a:p>
            <a:r>
              <a:rPr lang="en-US"/>
              <a:t>Click icon to add picture</a:t>
            </a:r>
            <a:endParaRPr lang="en-US" dirty="0"/>
          </a:p>
        </p:txBody>
      </p:sp>
      <p:sp>
        <p:nvSpPr>
          <p:cNvPr id="6" name="Title 5">
            <a:extLst>
              <a:ext uri="{FF2B5EF4-FFF2-40B4-BE49-F238E27FC236}">
                <a16:creationId xmlns:a16="http://schemas.microsoft.com/office/drawing/2014/main" id="{570DF321-2A6F-4AC4-84EC-9642B372A0E5}"/>
              </a:ext>
            </a:extLst>
          </p:cNvPr>
          <p:cNvSpPr>
            <a:spLocks noGrp="1"/>
          </p:cNvSpPr>
          <p:nvPr>
            <p:ph type="title"/>
          </p:nvPr>
        </p:nvSpPr>
        <p:spPr>
          <a:xfrm>
            <a:off x="3668764" y="728529"/>
            <a:ext cx="4929136" cy="3694556"/>
          </a:xfrm>
        </p:spPr>
        <p:txBody>
          <a:bodyPr anchor="b">
            <a:normAutofit/>
          </a:bodyPr>
          <a:lstStyle>
            <a:lvl1pPr algn="ctr">
              <a:lnSpc>
                <a:spcPct val="120000"/>
              </a:lnSpc>
              <a:spcBef>
                <a:spcPts val="1000"/>
              </a:spcBef>
              <a:defRPr sz="4400"/>
            </a:lvl1pPr>
          </a:lstStyle>
          <a:p>
            <a:r>
              <a:rPr lang="en-US"/>
              <a:t>Click to edit Master title style</a:t>
            </a:r>
          </a:p>
        </p:txBody>
      </p:sp>
      <p:sp>
        <p:nvSpPr>
          <p:cNvPr id="9" name="Text Placeholder 8">
            <a:extLst>
              <a:ext uri="{FF2B5EF4-FFF2-40B4-BE49-F238E27FC236}">
                <a16:creationId xmlns:a16="http://schemas.microsoft.com/office/drawing/2014/main" id="{4B9C34EE-56BF-44B0-AB0C-5E6CDC6076D4}"/>
              </a:ext>
            </a:extLst>
          </p:cNvPr>
          <p:cNvSpPr>
            <a:spLocks noGrp="1"/>
          </p:cNvSpPr>
          <p:nvPr>
            <p:ph type="body" sz="quarter" idx="15"/>
          </p:nvPr>
        </p:nvSpPr>
        <p:spPr>
          <a:xfrm>
            <a:off x="3628231" y="4818014"/>
            <a:ext cx="4935538" cy="853444"/>
          </a:xfrm>
        </p:spPr>
        <p:txBody>
          <a:bodyPr/>
          <a:lstStyle>
            <a:lvl1pPr algn="ctr">
              <a:buNone/>
              <a:defRPr lang="en-US" sz="2800" kern="1200" spc="20" baseline="0" dirty="0" smtClean="0">
                <a:solidFill>
                  <a:schemeClr val="tx2">
                    <a:lumMod val="90000"/>
                  </a:schemeClr>
                </a:solidFill>
                <a:latin typeface="+mn-lt"/>
                <a:ea typeface="+mn-ea"/>
                <a:cs typeface="+mn-cs"/>
              </a:defRPr>
            </a:lvl1pPr>
          </a:lstStyle>
          <a:p>
            <a:pPr lvl="0"/>
            <a:r>
              <a:rPr lang="en-US"/>
              <a:t>Click to edit Master text styles</a:t>
            </a:r>
          </a:p>
        </p:txBody>
      </p:sp>
      <p:sp>
        <p:nvSpPr>
          <p:cNvPr id="2" name="Date Placeholder 1">
            <a:extLst>
              <a:ext uri="{FF2B5EF4-FFF2-40B4-BE49-F238E27FC236}">
                <a16:creationId xmlns:a16="http://schemas.microsoft.com/office/drawing/2014/main" id="{2857AF69-69C2-4187-8895-13BF350A8092}"/>
              </a:ext>
            </a:extLst>
          </p:cNvPr>
          <p:cNvSpPr>
            <a:spLocks noGrp="1"/>
          </p:cNvSpPr>
          <p:nvPr>
            <p:ph type="dt" sz="half" idx="16"/>
          </p:nvPr>
        </p:nvSpPr>
        <p:spPr/>
        <p:txBody>
          <a:bodyPr/>
          <a:lstStyle/>
          <a:p>
            <a:r>
              <a:rPr lang="en-US" dirty="0"/>
              <a:t>Sunday, January 31, 20XX</a:t>
            </a:r>
          </a:p>
        </p:txBody>
      </p:sp>
      <p:sp>
        <p:nvSpPr>
          <p:cNvPr id="3" name="Footer Placeholder 2">
            <a:extLst>
              <a:ext uri="{FF2B5EF4-FFF2-40B4-BE49-F238E27FC236}">
                <a16:creationId xmlns:a16="http://schemas.microsoft.com/office/drawing/2014/main" id="{B6250131-119B-4EB8-983E-EA4541B190CA}"/>
              </a:ext>
            </a:extLst>
          </p:cNvPr>
          <p:cNvSpPr>
            <a:spLocks noGrp="1"/>
          </p:cNvSpPr>
          <p:nvPr>
            <p:ph type="ftr" sz="quarter" idx="17"/>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EA50DEAA-16C2-49C9-8258-0016B0955703}"/>
              </a:ext>
            </a:extLst>
          </p:cNvPr>
          <p:cNvSpPr>
            <a:spLocks noGrp="1"/>
          </p:cNvSpPr>
          <p:nvPr>
            <p:ph type="sldNum" sz="quarter" idx="18"/>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41032719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720000" y="619200"/>
            <a:ext cx="10728325" cy="673005"/>
          </a:xfrm>
        </p:spPr>
        <p:txBody>
          <a:bodyPr>
            <a:normAutofit/>
          </a:bodyPr>
          <a:lstStyle/>
          <a:p>
            <a:r>
              <a:rPr lang="en-US"/>
              <a:t>Click to edit Master title style</a:t>
            </a:r>
            <a:endParaRPr lang="en-US" dirty="0"/>
          </a:p>
        </p:txBody>
      </p:sp>
      <p:sp>
        <p:nvSpPr>
          <p:cNvPr id="11" name="Freeform: Shape 10">
            <a:extLst>
              <a:ext uri="{FF2B5EF4-FFF2-40B4-BE49-F238E27FC236}">
                <a16:creationId xmlns:a16="http://schemas.microsoft.com/office/drawing/2014/main" id="{505ECF08-6E4D-4E2C-BC53-84BAB8528993}"/>
              </a:ext>
              <a:ext uri="{C183D7F6-B498-43B3-948B-1728B52AA6E4}">
                <adec:decorative xmlns:adec="http://schemas.microsoft.com/office/drawing/2017/decorative" val="1"/>
              </a:ext>
            </a:extLst>
          </p:cNvPr>
          <p:cNvSpPr/>
          <p:nvPr userDrawn="1"/>
        </p:nvSpPr>
        <p:spPr>
          <a:xfrm>
            <a:off x="10654049" y="0"/>
            <a:ext cx="1294670" cy="1177964"/>
          </a:xfrm>
          <a:custGeom>
            <a:avLst/>
            <a:gdLst>
              <a:gd name="connsiteX0" fmla="*/ 340983 w 1294670"/>
              <a:gd name="connsiteY0" fmla="*/ 0 h 1177964"/>
              <a:gd name="connsiteX1" fmla="*/ 634632 w 1294670"/>
              <a:gd name="connsiteY1" fmla="*/ 0 h 1177964"/>
              <a:gd name="connsiteX2" fmla="*/ 655133 w 1294670"/>
              <a:gd name="connsiteY2" fmla="*/ 56263 h 1177964"/>
              <a:gd name="connsiteX3" fmla="*/ 710099 w 1294670"/>
              <a:gd name="connsiteY3" fmla="*/ 207115 h 1177964"/>
              <a:gd name="connsiteX4" fmla="*/ 768893 w 1294670"/>
              <a:gd name="connsiteY4" fmla="*/ 100714 h 1177964"/>
              <a:gd name="connsiteX5" fmla="*/ 828133 w 1294670"/>
              <a:gd name="connsiteY5" fmla="*/ 21297 h 1177964"/>
              <a:gd name="connsiteX6" fmla="*/ 846479 w 1294670"/>
              <a:gd name="connsiteY6" fmla="*/ 0 h 1177964"/>
              <a:gd name="connsiteX7" fmla="*/ 1083221 w 1294670"/>
              <a:gd name="connsiteY7" fmla="*/ 0 h 1177964"/>
              <a:gd name="connsiteX8" fmla="*/ 1100895 w 1294670"/>
              <a:gd name="connsiteY8" fmla="*/ 22676 h 1177964"/>
              <a:gd name="connsiteX9" fmla="*/ 1125070 w 1294670"/>
              <a:gd name="connsiteY9" fmla="*/ 79598 h 1177964"/>
              <a:gd name="connsiteX10" fmla="*/ 1113960 w 1294670"/>
              <a:gd name="connsiteY10" fmla="*/ 150493 h 1177964"/>
              <a:gd name="connsiteX11" fmla="*/ 937142 w 1294670"/>
              <a:gd name="connsiteY11" fmla="*/ 417624 h 1177964"/>
              <a:gd name="connsiteX12" fmla="*/ 1119777 w 1294670"/>
              <a:gd name="connsiteY12" fmla="*/ 426046 h 1177964"/>
              <a:gd name="connsiteX13" fmla="*/ 1246385 w 1294670"/>
              <a:gd name="connsiteY13" fmla="*/ 451904 h 1177964"/>
              <a:gd name="connsiteX14" fmla="*/ 1288101 w 1294670"/>
              <a:gd name="connsiteY14" fmla="*/ 542252 h 1177964"/>
              <a:gd name="connsiteX15" fmla="*/ 1287905 w 1294670"/>
              <a:gd name="connsiteY15" fmla="*/ 658697 h 1177964"/>
              <a:gd name="connsiteX16" fmla="*/ 1208787 w 1294670"/>
              <a:gd name="connsiteY16" fmla="*/ 713777 h 1177964"/>
              <a:gd name="connsiteX17" fmla="*/ 1158531 w 1294670"/>
              <a:gd name="connsiteY17" fmla="*/ 721803 h 1177964"/>
              <a:gd name="connsiteX18" fmla="*/ 1017492 w 1294670"/>
              <a:gd name="connsiteY18" fmla="*/ 719471 h 1177964"/>
              <a:gd name="connsiteX19" fmla="*/ 877520 w 1294670"/>
              <a:gd name="connsiteY19" fmla="*/ 704842 h 1177964"/>
              <a:gd name="connsiteX20" fmla="*/ 946956 w 1294670"/>
              <a:gd name="connsiteY20" fmla="*/ 961139 h 1177964"/>
              <a:gd name="connsiteX21" fmla="*/ 946445 w 1294670"/>
              <a:gd name="connsiteY21" fmla="*/ 1109769 h 1177964"/>
              <a:gd name="connsiteX22" fmla="*/ 856848 w 1294670"/>
              <a:gd name="connsiteY22" fmla="*/ 1171373 h 1177964"/>
              <a:gd name="connsiteX23" fmla="*/ 760291 w 1294670"/>
              <a:gd name="connsiteY23" fmla="*/ 1170424 h 1177964"/>
              <a:gd name="connsiteX24" fmla="*/ 683819 w 1294670"/>
              <a:gd name="connsiteY24" fmla="*/ 1052279 h 1177964"/>
              <a:gd name="connsiteX25" fmla="*/ 588285 w 1294670"/>
              <a:gd name="connsiteY25" fmla="*/ 754070 h 1177964"/>
              <a:gd name="connsiteX26" fmla="*/ 450492 w 1294670"/>
              <a:gd name="connsiteY26" fmla="*/ 999811 h 1177964"/>
              <a:gd name="connsiteX27" fmla="*/ 344329 w 1294670"/>
              <a:gd name="connsiteY27" fmla="*/ 1109535 h 1177964"/>
              <a:gd name="connsiteX28" fmla="*/ 278138 w 1294670"/>
              <a:gd name="connsiteY28" fmla="*/ 1101311 h 1177964"/>
              <a:gd name="connsiteX29" fmla="*/ 218037 w 1294670"/>
              <a:gd name="connsiteY29" fmla="*/ 1051491 h 1177964"/>
              <a:gd name="connsiteX30" fmla="*/ 200283 w 1294670"/>
              <a:gd name="connsiteY30" fmla="*/ 1027648 h 1177964"/>
              <a:gd name="connsiteX31" fmla="*/ 178891 w 1294670"/>
              <a:gd name="connsiteY31" fmla="*/ 988622 h 1177964"/>
              <a:gd name="connsiteX32" fmla="*/ 191068 w 1294670"/>
              <a:gd name="connsiteY32" fmla="*/ 905431 h 1177964"/>
              <a:gd name="connsiteX33" fmla="*/ 287701 w 1294670"/>
              <a:gd name="connsiteY33" fmla="*/ 705675 h 1177964"/>
              <a:gd name="connsiteX34" fmla="*/ 379748 w 1294670"/>
              <a:gd name="connsiteY34" fmla="*/ 587292 h 1177964"/>
              <a:gd name="connsiteX35" fmla="*/ 262551 w 1294670"/>
              <a:gd name="connsiteY35" fmla="*/ 567207 h 1177964"/>
              <a:gd name="connsiteX36" fmla="*/ 117122 w 1294670"/>
              <a:gd name="connsiteY36" fmla="*/ 529803 h 1177964"/>
              <a:gd name="connsiteX37" fmla="*/ 37132 w 1294670"/>
              <a:gd name="connsiteY37" fmla="*/ 480734 h 1177964"/>
              <a:gd name="connsiteX38" fmla="*/ 7397 w 1294670"/>
              <a:gd name="connsiteY38" fmla="*/ 423639 h 1177964"/>
              <a:gd name="connsiteX39" fmla="*/ 5458 w 1294670"/>
              <a:gd name="connsiteY39" fmla="*/ 331788 h 1177964"/>
              <a:gd name="connsiteX40" fmla="*/ 99324 w 1294670"/>
              <a:gd name="connsiteY40" fmla="*/ 220997 h 1177964"/>
              <a:gd name="connsiteX41" fmla="*/ 183584 w 1294670"/>
              <a:gd name="connsiteY41" fmla="*/ 220878 h 1177964"/>
              <a:gd name="connsiteX42" fmla="*/ 425254 w 1294670"/>
              <a:gd name="connsiteY42" fmla="*/ 291416 h 1177964"/>
              <a:gd name="connsiteX43" fmla="*/ 368986 w 1294670"/>
              <a:gd name="connsiteY43" fmla="*/ 140334 h 1177964"/>
              <a:gd name="connsiteX44" fmla="*/ 359891 w 1294670"/>
              <a:gd name="connsiteY44" fmla="*/ 102376 h 1177964"/>
              <a:gd name="connsiteX45" fmla="*/ 349729 w 1294670"/>
              <a:gd name="connsiteY45" fmla="*/ 76715 h 1177964"/>
              <a:gd name="connsiteX46" fmla="*/ 340401 w 1294670"/>
              <a:gd name="connsiteY46" fmla="*/ 2187 h 1177964"/>
              <a:gd name="connsiteX47" fmla="*/ 340983 w 1294670"/>
              <a:gd name="connsiteY47" fmla="*/ 0 h 1177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94670" h="1177964">
                <a:moveTo>
                  <a:pt x="340983" y="0"/>
                </a:moveTo>
                <a:lnTo>
                  <a:pt x="634632" y="0"/>
                </a:lnTo>
                <a:lnTo>
                  <a:pt x="655133" y="56263"/>
                </a:lnTo>
                <a:cubicBezTo>
                  <a:pt x="710099" y="207115"/>
                  <a:pt x="710099" y="207115"/>
                  <a:pt x="710099" y="207115"/>
                </a:cubicBezTo>
                <a:cubicBezTo>
                  <a:pt x="734257" y="157177"/>
                  <a:pt x="731371" y="161882"/>
                  <a:pt x="768893" y="100714"/>
                </a:cubicBezTo>
                <a:cubicBezTo>
                  <a:pt x="791451" y="69220"/>
                  <a:pt x="811121" y="42432"/>
                  <a:pt x="828133" y="21297"/>
                </a:cubicBezTo>
                <a:lnTo>
                  <a:pt x="846479" y="0"/>
                </a:lnTo>
                <a:lnTo>
                  <a:pt x="1083221" y="0"/>
                </a:lnTo>
                <a:lnTo>
                  <a:pt x="1100895" y="22676"/>
                </a:lnTo>
                <a:cubicBezTo>
                  <a:pt x="1112901" y="41373"/>
                  <a:pt x="1120523" y="60619"/>
                  <a:pt x="1125070" y="79598"/>
                </a:cubicBezTo>
                <a:cubicBezTo>
                  <a:pt x="1132346" y="109964"/>
                  <a:pt x="1128392" y="126966"/>
                  <a:pt x="1113960" y="150493"/>
                </a:cubicBezTo>
                <a:cubicBezTo>
                  <a:pt x="937142" y="417624"/>
                  <a:pt x="937142" y="417624"/>
                  <a:pt x="937142" y="417624"/>
                </a:cubicBezTo>
                <a:cubicBezTo>
                  <a:pt x="1119777" y="426046"/>
                  <a:pt x="1119777" y="426046"/>
                  <a:pt x="1119777" y="426046"/>
                </a:cubicBezTo>
                <a:cubicBezTo>
                  <a:pt x="1182329" y="419086"/>
                  <a:pt x="1221039" y="429881"/>
                  <a:pt x="1246385" y="451904"/>
                </a:cubicBezTo>
                <a:cubicBezTo>
                  <a:pt x="1271730" y="473928"/>
                  <a:pt x="1283712" y="507181"/>
                  <a:pt x="1288101" y="542252"/>
                </a:cubicBezTo>
                <a:cubicBezTo>
                  <a:pt x="1296129" y="592508"/>
                  <a:pt x="1297632" y="632285"/>
                  <a:pt x="1287905" y="658697"/>
                </a:cubicBezTo>
                <a:cubicBezTo>
                  <a:pt x="1278179" y="685110"/>
                  <a:pt x="1254337" y="702863"/>
                  <a:pt x="1208787" y="713777"/>
                </a:cubicBezTo>
                <a:cubicBezTo>
                  <a:pt x="1186012" y="719233"/>
                  <a:pt x="1170828" y="722871"/>
                  <a:pt x="1158531" y="721803"/>
                </a:cubicBezTo>
                <a:cubicBezTo>
                  <a:pt x="1131051" y="724374"/>
                  <a:pt x="1120573" y="730898"/>
                  <a:pt x="1017492" y="719471"/>
                </a:cubicBezTo>
                <a:cubicBezTo>
                  <a:pt x="906819" y="709863"/>
                  <a:pt x="928527" y="716704"/>
                  <a:pt x="877520" y="704842"/>
                </a:cubicBezTo>
                <a:cubicBezTo>
                  <a:pt x="946956" y="961139"/>
                  <a:pt x="946956" y="961139"/>
                  <a:pt x="946956" y="961139"/>
                </a:cubicBezTo>
                <a:cubicBezTo>
                  <a:pt x="963327" y="1029464"/>
                  <a:pt x="966649" y="1076832"/>
                  <a:pt x="946445" y="1109769"/>
                </a:cubicBezTo>
                <a:cubicBezTo>
                  <a:pt x="933832" y="1140887"/>
                  <a:pt x="899512" y="1165165"/>
                  <a:pt x="856848" y="1171373"/>
                </a:cubicBezTo>
                <a:cubicBezTo>
                  <a:pt x="818890" y="1180467"/>
                  <a:pt x="786704" y="1180151"/>
                  <a:pt x="760291" y="1170424"/>
                </a:cubicBezTo>
                <a:cubicBezTo>
                  <a:pt x="736764" y="1155992"/>
                  <a:pt x="707781" y="1118785"/>
                  <a:pt x="683819" y="1052279"/>
                </a:cubicBezTo>
                <a:cubicBezTo>
                  <a:pt x="588285" y="754070"/>
                  <a:pt x="588285" y="754070"/>
                  <a:pt x="588285" y="754070"/>
                </a:cubicBezTo>
                <a:cubicBezTo>
                  <a:pt x="450492" y="999811"/>
                  <a:pt x="450492" y="999811"/>
                  <a:pt x="450492" y="999811"/>
                </a:cubicBezTo>
                <a:cubicBezTo>
                  <a:pt x="425266" y="1062047"/>
                  <a:pt x="389879" y="1098621"/>
                  <a:pt x="344329" y="1109535"/>
                </a:cubicBezTo>
                <a:cubicBezTo>
                  <a:pt x="321554" y="1114991"/>
                  <a:pt x="296960" y="1112856"/>
                  <a:pt x="278138" y="1101311"/>
                </a:cubicBezTo>
                <a:cubicBezTo>
                  <a:pt x="251726" y="1091584"/>
                  <a:pt x="235791" y="1075333"/>
                  <a:pt x="218037" y="1051491"/>
                </a:cubicBezTo>
                <a:cubicBezTo>
                  <a:pt x="213331" y="1048604"/>
                  <a:pt x="206807" y="1038126"/>
                  <a:pt x="200283" y="1027648"/>
                </a:cubicBezTo>
                <a:cubicBezTo>
                  <a:pt x="189053" y="1014284"/>
                  <a:pt x="177824" y="1000919"/>
                  <a:pt x="178891" y="988622"/>
                </a:cubicBezTo>
                <a:cubicBezTo>
                  <a:pt x="170548" y="970553"/>
                  <a:pt x="175569" y="941254"/>
                  <a:pt x="191068" y="905431"/>
                </a:cubicBezTo>
                <a:cubicBezTo>
                  <a:pt x="198976" y="871426"/>
                  <a:pt x="234679" y="802666"/>
                  <a:pt x="287701" y="705675"/>
                </a:cubicBezTo>
                <a:cubicBezTo>
                  <a:pt x="317632" y="646326"/>
                  <a:pt x="376862" y="591998"/>
                  <a:pt x="379748" y="587292"/>
                </a:cubicBezTo>
                <a:cubicBezTo>
                  <a:pt x="362746" y="583338"/>
                  <a:pt x="304147" y="573296"/>
                  <a:pt x="262551" y="567207"/>
                </a:cubicBezTo>
                <a:cubicBezTo>
                  <a:pt x="248435" y="558548"/>
                  <a:pt x="186950" y="553210"/>
                  <a:pt x="117122" y="529803"/>
                </a:cubicBezTo>
                <a:cubicBezTo>
                  <a:pt x="51999" y="509282"/>
                  <a:pt x="74774" y="503825"/>
                  <a:pt x="37132" y="480734"/>
                </a:cubicBezTo>
                <a:cubicBezTo>
                  <a:pt x="23016" y="472075"/>
                  <a:pt x="14673" y="454005"/>
                  <a:pt x="7397" y="423639"/>
                </a:cubicBezTo>
                <a:cubicBezTo>
                  <a:pt x="-4584" y="390386"/>
                  <a:pt x="437" y="361087"/>
                  <a:pt x="5458" y="331788"/>
                </a:cubicBezTo>
                <a:cubicBezTo>
                  <a:pt x="12614" y="277895"/>
                  <a:pt x="46182" y="233729"/>
                  <a:pt x="99324" y="220997"/>
                </a:cubicBezTo>
                <a:cubicBezTo>
                  <a:pt x="122099" y="215540"/>
                  <a:pt x="146693" y="217675"/>
                  <a:pt x="183584" y="220878"/>
                </a:cubicBezTo>
                <a:cubicBezTo>
                  <a:pt x="312762" y="274216"/>
                  <a:pt x="310943" y="266625"/>
                  <a:pt x="425254" y="291416"/>
                </a:cubicBezTo>
                <a:cubicBezTo>
                  <a:pt x="368986" y="140334"/>
                  <a:pt x="368986" y="140334"/>
                  <a:pt x="368986" y="140334"/>
                </a:cubicBezTo>
                <a:cubicBezTo>
                  <a:pt x="370053" y="128037"/>
                  <a:pt x="366415" y="112854"/>
                  <a:pt x="359891" y="102376"/>
                </a:cubicBezTo>
                <a:cubicBezTo>
                  <a:pt x="358072" y="94784"/>
                  <a:pt x="351548" y="84306"/>
                  <a:pt x="349729" y="76715"/>
                </a:cubicBezTo>
                <a:cubicBezTo>
                  <a:pt x="342453" y="46349"/>
                  <a:pt x="339615" y="21943"/>
                  <a:pt x="340401" y="2187"/>
                </a:cubicBezTo>
                <a:lnTo>
                  <a:pt x="340983"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ext Placeholder 2"/>
          <p:cNvSpPr>
            <a:spLocks noGrp="1"/>
          </p:cNvSpPr>
          <p:nvPr>
            <p:ph type="body" idx="1" hasCustomPrompt="1"/>
          </p:nvPr>
        </p:nvSpPr>
        <p:spPr>
          <a:xfrm>
            <a:off x="720000" y="1840698"/>
            <a:ext cx="3312105" cy="565796"/>
          </a:xfrm>
        </p:spPr>
        <p:txBody>
          <a:bodyPr wrap="square" anchor="b">
            <a:normAutofit/>
          </a:bodyPr>
          <a:lstStyle>
            <a:lvl1pPr marL="0" indent="0">
              <a:lnSpc>
                <a:spcPct val="120000"/>
              </a:lnSpc>
              <a:buNone/>
              <a:defRPr sz="1800" b="0" cap="none" spc="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720002" y="2541600"/>
            <a:ext cx="3304288" cy="3234575"/>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hasCustomPrompt="1"/>
          </p:nvPr>
        </p:nvSpPr>
        <p:spPr>
          <a:xfrm>
            <a:off x="4439948" y="1840698"/>
            <a:ext cx="3312105" cy="565796"/>
          </a:xfrm>
        </p:spPr>
        <p:txBody>
          <a:bodyPr anchor="b">
            <a:normAutofit/>
          </a:bodyPr>
          <a:lstStyle>
            <a:lvl1pPr marL="0" indent="0">
              <a:lnSpc>
                <a:spcPct val="120000"/>
              </a:lnSpc>
              <a:buNone/>
              <a:defRPr sz="1800" b="0" cap="none" spc="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443857" y="2541600"/>
            <a:ext cx="3304287" cy="3234575"/>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4">
            <a:extLst>
              <a:ext uri="{FF2B5EF4-FFF2-40B4-BE49-F238E27FC236}">
                <a16:creationId xmlns:a16="http://schemas.microsoft.com/office/drawing/2014/main" id="{2CBE9708-14E4-4BCB-A359-CC345FB2F07C}"/>
              </a:ext>
            </a:extLst>
          </p:cNvPr>
          <p:cNvSpPr>
            <a:spLocks noGrp="1"/>
          </p:cNvSpPr>
          <p:nvPr>
            <p:ph type="body" sz="quarter" idx="13" hasCustomPrompt="1"/>
          </p:nvPr>
        </p:nvSpPr>
        <p:spPr>
          <a:xfrm>
            <a:off x="8136220" y="1840698"/>
            <a:ext cx="3312105" cy="565796"/>
          </a:xfrm>
        </p:spPr>
        <p:txBody>
          <a:bodyPr anchor="b">
            <a:normAutofit/>
          </a:bodyPr>
          <a:lstStyle>
            <a:lvl1pPr marL="0" indent="0">
              <a:lnSpc>
                <a:spcPct val="120000"/>
              </a:lnSpc>
              <a:buNone/>
              <a:defRPr sz="1800" b="0" cap="none" spc="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4" name="Content Placeholder 5">
            <a:extLst>
              <a:ext uri="{FF2B5EF4-FFF2-40B4-BE49-F238E27FC236}">
                <a16:creationId xmlns:a16="http://schemas.microsoft.com/office/drawing/2014/main" id="{D34B0309-E157-4DD2-AF03-3030A1149EDE}"/>
              </a:ext>
            </a:extLst>
          </p:cNvPr>
          <p:cNvSpPr>
            <a:spLocks noGrp="1"/>
          </p:cNvSpPr>
          <p:nvPr>
            <p:ph sz="quarter" idx="14"/>
          </p:nvPr>
        </p:nvSpPr>
        <p:spPr>
          <a:xfrm>
            <a:off x="8140274" y="2541600"/>
            <a:ext cx="3304287" cy="3234575"/>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Date Placeholder 14">
            <a:extLst>
              <a:ext uri="{FF2B5EF4-FFF2-40B4-BE49-F238E27FC236}">
                <a16:creationId xmlns:a16="http://schemas.microsoft.com/office/drawing/2014/main" id="{9EBF02C2-69A8-42BC-B52D-CB6FEE37E46C}"/>
              </a:ext>
            </a:extLst>
          </p:cNvPr>
          <p:cNvSpPr>
            <a:spLocks noGrp="1"/>
          </p:cNvSpPr>
          <p:nvPr>
            <p:ph type="dt" sz="half" idx="15"/>
          </p:nvPr>
        </p:nvSpPr>
        <p:spPr/>
        <p:txBody>
          <a:bodyPr/>
          <a:lstStyle/>
          <a:p>
            <a:r>
              <a:rPr lang="en-US" dirty="0"/>
              <a:t>Sunday, January 31, 20XX</a:t>
            </a:r>
          </a:p>
        </p:txBody>
      </p:sp>
      <p:sp>
        <p:nvSpPr>
          <p:cNvPr id="16" name="Footer Placeholder 15">
            <a:extLst>
              <a:ext uri="{FF2B5EF4-FFF2-40B4-BE49-F238E27FC236}">
                <a16:creationId xmlns:a16="http://schemas.microsoft.com/office/drawing/2014/main" id="{9ADB71AC-99F1-486B-8201-51131757B5AA}"/>
              </a:ext>
            </a:extLst>
          </p:cNvPr>
          <p:cNvSpPr>
            <a:spLocks noGrp="1"/>
          </p:cNvSpPr>
          <p:nvPr>
            <p:ph type="ftr" sz="quarter" idx="16"/>
          </p:nvPr>
        </p:nvSpPr>
        <p:spPr/>
        <p:txBody>
          <a:bodyPr/>
          <a:lstStyle/>
          <a:p>
            <a:r>
              <a:rPr lang="en-US" dirty="0"/>
              <a:t>Sample Footer Text</a:t>
            </a:r>
          </a:p>
        </p:txBody>
      </p:sp>
      <p:sp>
        <p:nvSpPr>
          <p:cNvPr id="17" name="Slide Number Placeholder 16">
            <a:extLst>
              <a:ext uri="{FF2B5EF4-FFF2-40B4-BE49-F238E27FC236}">
                <a16:creationId xmlns:a16="http://schemas.microsoft.com/office/drawing/2014/main" id="{59777249-3881-4E7B-BADF-69BB6E7C90EC}"/>
              </a:ext>
            </a:extLst>
          </p:cNvPr>
          <p:cNvSpPr>
            <a:spLocks noGrp="1"/>
          </p:cNvSpPr>
          <p:nvPr>
            <p:ph type="sldNum" sz="quarter" idx="17"/>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18549447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A96360A5-9714-4EE0-A320-10F82AB343B6}"/>
              </a:ext>
            </a:extLst>
          </p:cNvPr>
          <p:cNvSpPr>
            <a:spLocks noGrp="1"/>
          </p:cNvSpPr>
          <p:nvPr>
            <p:ph type="pic" sz="quarter" idx="10"/>
          </p:nvPr>
        </p:nvSpPr>
        <p:spPr>
          <a:xfrm>
            <a:off x="2" y="0"/>
            <a:ext cx="3041003" cy="6858000"/>
          </a:xfrm>
          <a:custGeom>
            <a:avLst/>
            <a:gdLst>
              <a:gd name="connsiteX0" fmla="*/ 0 w 3041003"/>
              <a:gd name="connsiteY0" fmla="*/ 0 h 6858000"/>
              <a:gd name="connsiteX1" fmla="*/ 3004565 w 3041003"/>
              <a:gd name="connsiteY1" fmla="*/ 0 h 6858000"/>
              <a:gd name="connsiteX2" fmla="*/ 3004599 w 3041003"/>
              <a:gd name="connsiteY2" fmla="*/ 3068 h 6858000"/>
              <a:gd name="connsiteX3" fmla="*/ 3023912 w 3041003"/>
              <a:gd name="connsiteY3" fmla="*/ 3857732 h 6858000"/>
              <a:gd name="connsiteX4" fmla="*/ 3016282 w 3041003"/>
              <a:gd name="connsiteY4" fmla="*/ 6617070 h 6858000"/>
              <a:gd name="connsiteX5" fmla="*/ 3011292 w 3041003"/>
              <a:gd name="connsiteY5" fmla="*/ 6858000 h 6858000"/>
              <a:gd name="connsiteX6" fmla="*/ 0 w 30410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1003" h="6858000">
                <a:moveTo>
                  <a:pt x="0" y="0"/>
                </a:moveTo>
                <a:lnTo>
                  <a:pt x="3004565" y="0"/>
                </a:lnTo>
                <a:lnTo>
                  <a:pt x="3004599" y="3068"/>
                </a:lnTo>
                <a:cubicBezTo>
                  <a:pt x="3015328" y="1163957"/>
                  <a:pt x="2989577" y="3242012"/>
                  <a:pt x="3023912" y="3857732"/>
                </a:cubicBezTo>
                <a:cubicBezTo>
                  <a:pt x="3054432" y="4268212"/>
                  <a:pt x="3039172" y="5465446"/>
                  <a:pt x="3016282" y="6617070"/>
                </a:cubicBezTo>
                <a:lnTo>
                  <a:pt x="3011292" y="6858000"/>
                </a:lnTo>
                <a:lnTo>
                  <a:pt x="0" y="6858000"/>
                </a:lnTo>
                <a:close/>
              </a:path>
            </a:pathLst>
          </a:custGeom>
        </p:spPr>
        <p:txBody>
          <a:bodyPr wrap="square">
            <a:noAutofit/>
          </a:bodyPr>
          <a:lstStyle/>
          <a:p>
            <a:r>
              <a:rPr lang="en-US"/>
              <a:t>Click icon to add picture</a:t>
            </a:r>
            <a:endParaRPr lang="en-US" dirty="0"/>
          </a:p>
        </p:txBody>
      </p:sp>
      <p:sp>
        <p:nvSpPr>
          <p:cNvPr id="17" name="Picture Placeholder 16">
            <a:extLst>
              <a:ext uri="{FF2B5EF4-FFF2-40B4-BE49-F238E27FC236}">
                <a16:creationId xmlns:a16="http://schemas.microsoft.com/office/drawing/2014/main" id="{CE2E8E06-C7CD-4226-8715-6BF6CBD89D63}"/>
              </a:ext>
            </a:extLst>
          </p:cNvPr>
          <p:cNvSpPr>
            <a:spLocks noGrp="1"/>
          </p:cNvSpPr>
          <p:nvPr>
            <p:ph type="pic" sz="quarter" idx="11"/>
          </p:nvPr>
        </p:nvSpPr>
        <p:spPr>
          <a:xfrm>
            <a:off x="9136132" y="0"/>
            <a:ext cx="3055868" cy="3427200"/>
          </a:xfrm>
          <a:custGeom>
            <a:avLst/>
            <a:gdLst>
              <a:gd name="connsiteX0" fmla="*/ 35989 w 3055868"/>
              <a:gd name="connsiteY0" fmla="*/ 0 h 3427200"/>
              <a:gd name="connsiteX1" fmla="*/ 3055868 w 3055868"/>
              <a:gd name="connsiteY1" fmla="*/ 0 h 3427200"/>
              <a:gd name="connsiteX2" fmla="*/ 3055868 w 3055868"/>
              <a:gd name="connsiteY2" fmla="*/ 3427200 h 3427200"/>
              <a:gd name="connsiteX3" fmla="*/ 0 w 3055868"/>
              <a:gd name="connsiteY3" fmla="*/ 3427200 h 3427200"/>
              <a:gd name="connsiteX4" fmla="*/ 1407 w 3055868"/>
              <a:gd name="connsiteY4" fmla="*/ 3146458 h 3427200"/>
              <a:gd name="connsiteX5" fmla="*/ 31957 w 3055868"/>
              <a:gd name="connsiteY5" fmla="*/ 330644 h 342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55868" h="3427200">
                <a:moveTo>
                  <a:pt x="35989" y="0"/>
                </a:moveTo>
                <a:lnTo>
                  <a:pt x="3055868" y="0"/>
                </a:lnTo>
                <a:lnTo>
                  <a:pt x="3055868" y="3427200"/>
                </a:lnTo>
                <a:lnTo>
                  <a:pt x="0" y="3427200"/>
                </a:lnTo>
                <a:lnTo>
                  <a:pt x="1407" y="3146458"/>
                </a:lnTo>
                <a:cubicBezTo>
                  <a:pt x="8113" y="2169252"/>
                  <a:pt x="31957" y="1119298"/>
                  <a:pt x="31957" y="330644"/>
                </a:cubicBezTo>
                <a:close/>
              </a:path>
            </a:pathLst>
          </a:custGeom>
        </p:spPr>
        <p:txBody>
          <a:bodyPr wrap="square">
            <a:noAutofit/>
          </a:bodyPr>
          <a:lstStyle/>
          <a:p>
            <a:r>
              <a:rPr lang="en-US"/>
              <a:t>Click icon to add picture</a:t>
            </a:r>
            <a:endParaRPr lang="en-US" dirty="0"/>
          </a:p>
        </p:txBody>
      </p:sp>
      <p:sp>
        <p:nvSpPr>
          <p:cNvPr id="20" name="Picture Placeholder 19">
            <a:extLst>
              <a:ext uri="{FF2B5EF4-FFF2-40B4-BE49-F238E27FC236}">
                <a16:creationId xmlns:a16="http://schemas.microsoft.com/office/drawing/2014/main" id="{B51DF243-889E-4FCC-A523-9210891E8094}"/>
              </a:ext>
            </a:extLst>
          </p:cNvPr>
          <p:cNvSpPr>
            <a:spLocks noGrp="1"/>
          </p:cNvSpPr>
          <p:nvPr>
            <p:ph type="pic" sz="quarter" idx="12"/>
          </p:nvPr>
        </p:nvSpPr>
        <p:spPr>
          <a:xfrm>
            <a:off x="9135805" y="3427200"/>
            <a:ext cx="3056197" cy="3430800"/>
          </a:xfrm>
          <a:custGeom>
            <a:avLst/>
            <a:gdLst>
              <a:gd name="connsiteX0" fmla="*/ 329 w 3056197"/>
              <a:gd name="connsiteY0" fmla="*/ 0 h 3430800"/>
              <a:gd name="connsiteX1" fmla="*/ 3056197 w 3056197"/>
              <a:gd name="connsiteY1" fmla="*/ 0 h 3430800"/>
              <a:gd name="connsiteX2" fmla="*/ 3056197 w 3056197"/>
              <a:gd name="connsiteY2" fmla="*/ 3430800 h 3430800"/>
              <a:gd name="connsiteX3" fmla="*/ 61648 w 3056197"/>
              <a:gd name="connsiteY3" fmla="*/ 3430800 h 3430800"/>
              <a:gd name="connsiteX4" fmla="*/ 60421 w 3056197"/>
              <a:gd name="connsiteY4" fmla="*/ 3239041 h 3430800"/>
              <a:gd name="connsiteX5" fmla="*/ 17026 w 3056197"/>
              <a:gd name="connsiteY5" fmla="*/ 1327506 h 3430800"/>
              <a:gd name="connsiteX6" fmla="*/ 279 w 3056197"/>
              <a:gd name="connsiteY6" fmla="*/ 9904 h 343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6197" h="3430800">
                <a:moveTo>
                  <a:pt x="329" y="0"/>
                </a:moveTo>
                <a:lnTo>
                  <a:pt x="3056197" y="0"/>
                </a:lnTo>
                <a:lnTo>
                  <a:pt x="3056197" y="3430800"/>
                </a:lnTo>
                <a:lnTo>
                  <a:pt x="61648" y="3430800"/>
                </a:lnTo>
                <a:lnTo>
                  <a:pt x="60421" y="3239041"/>
                </a:lnTo>
                <a:cubicBezTo>
                  <a:pt x="56129" y="2709076"/>
                  <a:pt x="43731" y="2080053"/>
                  <a:pt x="17026" y="1327506"/>
                </a:cubicBezTo>
                <a:cubicBezTo>
                  <a:pt x="2720" y="942681"/>
                  <a:pt x="-1155" y="489561"/>
                  <a:pt x="279" y="9904"/>
                </a:cubicBezTo>
                <a:close/>
              </a:path>
            </a:pathLst>
          </a:custGeom>
        </p:spPr>
        <p:txBody>
          <a:bodyPr wrap="square">
            <a:noAutofit/>
          </a:bodyPr>
          <a:lstStyle/>
          <a:p>
            <a:r>
              <a:rPr lang="en-US"/>
              <a:t>Click icon to add picture</a:t>
            </a:r>
            <a:endParaRPr lang="en-US" dirty="0"/>
          </a:p>
        </p:txBody>
      </p:sp>
      <p:sp>
        <p:nvSpPr>
          <p:cNvPr id="2" name="Date Placeholder 1">
            <a:extLst>
              <a:ext uri="{FF2B5EF4-FFF2-40B4-BE49-F238E27FC236}">
                <a16:creationId xmlns:a16="http://schemas.microsoft.com/office/drawing/2014/main" id="{2C69363A-2FE6-41E4-87FC-2DF83F09C027}"/>
              </a:ext>
            </a:extLst>
          </p:cNvPr>
          <p:cNvSpPr>
            <a:spLocks noGrp="1"/>
          </p:cNvSpPr>
          <p:nvPr>
            <p:ph type="dt" sz="half" idx="13"/>
          </p:nvPr>
        </p:nvSpPr>
        <p:spPr/>
        <p:txBody>
          <a:bodyPr/>
          <a:lstStyle/>
          <a:p>
            <a:r>
              <a:rPr lang="en-US" dirty="0"/>
              <a:t>Sunday, January 31, 20XX</a:t>
            </a:r>
          </a:p>
        </p:txBody>
      </p:sp>
      <p:sp>
        <p:nvSpPr>
          <p:cNvPr id="3" name="Footer Placeholder 2">
            <a:extLst>
              <a:ext uri="{FF2B5EF4-FFF2-40B4-BE49-F238E27FC236}">
                <a16:creationId xmlns:a16="http://schemas.microsoft.com/office/drawing/2014/main" id="{36EC0CFB-E38B-4B8A-9606-C158F91CCDE0}"/>
              </a:ext>
            </a:extLst>
          </p:cNvPr>
          <p:cNvSpPr>
            <a:spLocks noGrp="1"/>
          </p:cNvSpPr>
          <p:nvPr>
            <p:ph type="ftr" sz="quarter" idx="14"/>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2C665C2B-0DA5-431D-9503-3BFFB288C5F3}"/>
              </a:ext>
            </a:extLst>
          </p:cNvPr>
          <p:cNvSpPr>
            <a:spLocks noGrp="1"/>
          </p:cNvSpPr>
          <p:nvPr>
            <p:ph type="sldNum" sz="quarter" idx="15"/>
          </p:nvPr>
        </p:nvSpPr>
        <p:spPr/>
        <p:txBody>
          <a:body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3736304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r>
              <a:rPr lang="en-US"/>
              <a:t>Sunday, January 31, 20XX</a:t>
            </a:r>
            <a:endParaRPr lang="en-US" dirty="0"/>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r>
              <a:rPr lang="en-US"/>
              <a:t>Sample Footer Text</a:t>
            </a:r>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621B6DD-29C1-4FEA-923F-71EA1347694C}" type="slidenum">
              <a:rPr lang="en-US" smtClean="0"/>
              <a:pPr/>
              <a:t>‹#›</a:t>
            </a:fld>
            <a:endParaRPr lang="en-US" dirty="0"/>
          </a:p>
        </p:txBody>
      </p:sp>
    </p:spTree>
    <p:extLst>
      <p:ext uri="{BB962C8B-B14F-4D97-AF65-F5344CB8AC3E}">
        <p14:creationId xmlns:p14="http://schemas.microsoft.com/office/powerpoint/2010/main" val="4126973268"/>
      </p:ext>
    </p:extLst>
  </p:cSld>
  <p:clrMap bg1="dk1" tx1="lt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687" r:id="rId23"/>
    <p:sldLayoutId id="2147483693" r:id="rId24"/>
    <p:sldLayoutId id="2147483690" r:id="rId25"/>
    <p:sldLayoutId id="2147483694" r:id="rId26"/>
    <p:sldLayoutId id="2147483686" r:id="rId27"/>
  </p:sldLayoutIdLst>
  <p:hf hdr="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8" Type="http://schemas.openxmlformats.org/officeDocument/2006/relationships/hyperlink" Target="https://creativecommons.org/licenses/by-sa/3.0/" TargetMode="External"/><Relationship Id="rId3" Type="http://schemas.openxmlformats.org/officeDocument/2006/relationships/image" Target="../media/image7.jpeg"/><Relationship Id="rId7" Type="http://schemas.openxmlformats.org/officeDocument/2006/relationships/hyperlink" Target="https://pxhere.com/en/photo/984413" TargetMode="External"/><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9.jpg"/><Relationship Id="rId5" Type="http://schemas.openxmlformats.org/officeDocument/2006/relationships/hyperlink" Target="https://www.eps2020-wiki3.dee.isep.ipp.pt/doku.php?id=report" TargetMode="External"/><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7" Type="http://schemas.openxmlformats.org/officeDocument/2006/relationships/hyperlink" Target="https://creativecommons.org/licenses/by-sa/3.0/" TargetMode="External"/><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hyperlink" Target="https://www.msn.com/en-in/pets-and-animals/pets/the-hidden-psychology-behind-why-you-re-a-cat-or-dog-person/ar-AA22vPVe" TargetMode="External"/><Relationship Id="rId5" Type="http://schemas.openxmlformats.org/officeDocument/2006/relationships/image" Target="../media/image11.img"/><Relationship Id="rId4" Type="http://schemas.openxmlformats.org/officeDocument/2006/relationships/hyperlink" Target="https://cronkitenewsonline.com/2014/04/with-overabundance-of-chihuahuas-in-shelters-groups-exporting-them/index.html" TargetMode="Externa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hyperlink" Target="https://www.analyticsinsight.net/data-analyst/how-to-install-tableau-public-and-desktop-free-2026-guide" TargetMode="External"/><Relationship Id="rId2" Type="http://schemas.openxmlformats.org/officeDocument/2006/relationships/image" Target="../media/image13.jpg"/><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hyperlink" Target="https://public.tableau.com/app/profile/gabriel.castillo.lopez/viz/Update-AnimalShelterTableauMap/AnimalDashboard?publish=yes" TargetMode="External"/><Relationship Id="rId1" Type="http://schemas.openxmlformats.org/officeDocument/2006/relationships/slideLayout" Target="../slideLayouts/slideLayout20.xml"/><Relationship Id="rId4" Type="http://schemas.openxmlformats.org/officeDocument/2006/relationships/hyperlink" Target="https://www.rawpixel.com/search/dogs%20and%20cat%20portrait"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howmuchisit.org/how-much-does-a-pit-bull-cost/" TargetMode="External"/><Relationship Id="rId2" Type="http://schemas.openxmlformats.org/officeDocument/2006/relationships/image" Target="../media/image18.jpg"/><Relationship Id="rId1" Type="http://schemas.openxmlformats.org/officeDocument/2006/relationships/slideLayout" Target="../slideLayouts/slideLayout20.xml"/><Relationship Id="rId4" Type="http://schemas.openxmlformats.org/officeDocument/2006/relationships/hyperlink" Target="https://creativecommons.org/licenses/by/3.0/"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flickr.com/photos/53911972@N03/4988877591" TargetMode="External"/><Relationship Id="rId2" Type="http://schemas.openxmlformats.org/officeDocument/2006/relationships/image" Target="../media/image19.jpg"/><Relationship Id="rId1" Type="http://schemas.openxmlformats.org/officeDocument/2006/relationships/slideLayout" Target="../slideLayouts/slideLayout20.xml"/><Relationship Id="rId4" Type="http://schemas.openxmlformats.org/officeDocument/2006/relationships/hyperlink" Target="https://creativecommons.org/licenses/by/3.0/"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hyperlink" Target="https://www.thebanner.com/community/local-news/housing-insecurity-animal-shelter-overcrowding-NDIV52NSC5DRHKDBUAUYF26HCM/" TargetMode="External"/><Relationship Id="rId1" Type="http://schemas.openxmlformats.org/officeDocument/2006/relationships/slideLayout" Target="../slideLayouts/slideLayout20.xml"/><Relationship Id="rId5" Type="http://schemas.openxmlformats.org/officeDocument/2006/relationships/hyperlink" Target="https://creativecommons.org/licenses/by-nc-nd/3.0/" TargetMode="External"/><Relationship Id="rId4" Type="http://schemas.openxmlformats.org/officeDocument/2006/relationships/hyperlink" Target="http://tudosobrecachorros.com.br/40-maneiras-de-fazer-seu-cachorro-mais-feliz/"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24.jpeg"/><Relationship Id="rId2" Type="http://schemas.openxmlformats.org/officeDocument/2006/relationships/notesSlide" Target="../notesSlides/notesSlide7.xml"/><Relationship Id="rId1" Type="http://schemas.openxmlformats.org/officeDocument/2006/relationships/slideLayout" Target="../slideLayouts/slideLayout22.xml"/><Relationship Id="rId6" Type="http://schemas.openxmlformats.org/officeDocument/2006/relationships/hyperlink" Target="https://pxhere.com/no/photo/623770" TargetMode="External"/><Relationship Id="rId5" Type="http://schemas.openxmlformats.org/officeDocument/2006/relationships/image" Target="../media/image23.jpg"/><Relationship Id="rId4"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EEA85169-A40A-40DD-9871-5FE5B6A06E9D}"/>
              </a:ext>
            </a:extLst>
          </p:cNvPr>
          <p:cNvSpPr>
            <a:spLocks noGrp="1"/>
          </p:cNvSpPr>
          <p:nvPr>
            <p:ph type="title"/>
          </p:nvPr>
        </p:nvSpPr>
        <p:spPr/>
        <p:txBody>
          <a:bodyPr>
            <a:normAutofit/>
          </a:bodyPr>
          <a:lstStyle/>
          <a:p>
            <a:r>
              <a:rPr lang="en-US" dirty="0"/>
              <a:t>Animal Shelter Capstone Project </a:t>
            </a:r>
          </a:p>
        </p:txBody>
      </p:sp>
      <p:pic>
        <p:nvPicPr>
          <p:cNvPr id="15" name="Picture Placeholder 14" descr="Man smiling holding a little dog">
            <a:extLst>
              <a:ext uri="{FF2B5EF4-FFF2-40B4-BE49-F238E27FC236}">
                <a16:creationId xmlns:a16="http://schemas.microsoft.com/office/drawing/2014/main" id="{C34112AB-D254-401D-A1AA-2E7301C0C90C}"/>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val="0"/>
              </a:ext>
            </a:extLst>
          </a:blip>
          <a:srcRect l="5" r="5"/>
          <a:stretch/>
        </p:blipFill>
        <p:spPr/>
      </p:pic>
      <p:sp>
        <p:nvSpPr>
          <p:cNvPr id="3" name="Text Placeholder 2">
            <a:extLst>
              <a:ext uri="{FF2B5EF4-FFF2-40B4-BE49-F238E27FC236}">
                <a16:creationId xmlns:a16="http://schemas.microsoft.com/office/drawing/2014/main" id="{AEFCB712-4104-4FB1-9955-C84617B22F63}"/>
              </a:ext>
            </a:extLst>
          </p:cNvPr>
          <p:cNvSpPr>
            <a:spLocks noGrp="1"/>
          </p:cNvSpPr>
          <p:nvPr>
            <p:ph type="body" sz="quarter" idx="12"/>
          </p:nvPr>
        </p:nvSpPr>
        <p:spPr/>
        <p:txBody>
          <a:bodyPr/>
          <a:lstStyle/>
          <a:p>
            <a:r>
              <a:rPr lang="en-US" dirty="0"/>
              <a:t>By Gabriel Castillo</a:t>
            </a:r>
          </a:p>
        </p:txBody>
      </p:sp>
    </p:spTree>
    <p:extLst>
      <p:ext uri="{BB962C8B-B14F-4D97-AF65-F5344CB8AC3E}">
        <p14:creationId xmlns:p14="http://schemas.microsoft.com/office/powerpoint/2010/main" val="36997365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itle 70">
            <a:extLst>
              <a:ext uri="{FF2B5EF4-FFF2-40B4-BE49-F238E27FC236}">
                <a16:creationId xmlns:a16="http://schemas.microsoft.com/office/drawing/2014/main" id="{D973D364-9876-4389-8F5F-23000A14647E}"/>
              </a:ext>
            </a:extLst>
          </p:cNvPr>
          <p:cNvSpPr>
            <a:spLocks noGrp="1"/>
          </p:cNvSpPr>
          <p:nvPr>
            <p:ph type="title"/>
          </p:nvPr>
        </p:nvSpPr>
        <p:spPr>
          <a:xfrm>
            <a:off x="182672" y="89529"/>
            <a:ext cx="6833739" cy="1477328"/>
          </a:xfrm>
        </p:spPr>
        <p:txBody>
          <a:bodyPr/>
          <a:lstStyle/>
          <a:p>
            <a:r>
              <a:rPr lang="en-US" dirty="0"/>
              <a:t>My Datasets:</a:t>
            </a:r>
          </a:p>
        </p:txBody>
      </p:sp>
      <p:sp>
        <p:nvSpPr>
          <p:cNvPr id="3" name="Text Placeholder 2">
            <a:extLst>
              <a:ext uri="{FF2B5EF4-FFF2-40B4-BE49-F238E27FC236}">
                <a16:creationId xmlns:a16="http://schemas.microsoft.com/office/drawing/2014/main" id="{302D34BE-DFF7-49F3-881C-7E441C7C7CD6}"/>
              </a:ext>
            </a:extLst>
          </p:cNvPr>
          <p:cNvSpPr>
            <a:spLocks noGrp="1"/>
          </p:cNvSpPr>
          <p:nvPr>
            <p:ph type="body" sz="quarter" idx="14"/>
          </p:nvPr>
        </p:nvSpPr>
        <p:spPr>
          <a:xfrm>
            <a:off x="182671" y="1382102"/>
            <a:ext cx="4981575" cy="3557359"/>
          </a:xfrm>
        </p:spPr>
        <p:txBody>
          <a:bodyPr>
            <a:normAutofit fontScale="25000" lnSpcReduction="20000"/>
          </a:bodyPr>
          <a:lstStyle/>
          <a:p>
            <a:pPr lvl="0" eaLnBrk="0" fontAlgn="base" hangingPunct="0">
              <a:lnSpc>
                <a:spcPct val="100000"/>
              </a:lnSpc>
              <a:spcBef>
                <a:spcPct val="0"/>
              </a:spcBef>
              <a:spcAft>
                <a:spcPct val="0"/>
              </a:spcAft>
              <a:buClrTx/>
            </a:pPr>
            <a:r>
              <a:rPr lang="en-US" altLang="en-US" sz="9600" dirty="0">
                <a:solidFill>
                  <a:schemeClr val="tx1"/>
                </a:solidFill>
                <a:latin typeface="Arial" panose="020B0604020202020204" pitchFamily="34" charset="0"/>
              </a:rPr>
              <a:t>OAS Animal Pathway Dataset:</a:t>
            </a:r>
          </a:p>
          <a:p>
            <a:pPr lvl="0" eaLnBrk="0" fontAlgn="base" hangingPunct="0">
              <a:lnSpc>
                <a:spcPct val="100000"/>
              </a:lnSpc>
              <a:spcBef>
                <a:spcPct val="0"/>
              </a:spcBef>
              <a:spcAft>
                <a:spcPct val="0"/>
              </a:spcAft>
              <a:buClrTx/>
              <a:buFont typeface="Wingdings" panose="05000000000000000000" pitchFamily="2" charset="2"/>
              <a:buChar char="v"/>
            </a:pPr>
            <a:r>
              <a:rPr lang="en-US" altLang="en-US" sz="9600" dirty="0">
                <a:solidFill>
                  <a:schemeClr val="tx1"/>
                </a:solidFill>
                <a:latin typeface="Arial" panose="020B0604020202020204" pitchFamily="34" charset="0"/>
              </a:rPr>
              <a:t>Breed</a:t>
            </a:r>
          </a:p>
          <a:p>
            <a:pPr lvl="0" eaLnBrk="0" fontAlgn="base" hangingPunct="0">
              <a:lnSpc>
                <a:spcPct val="100000"/>
              </a:lnSpc>
              <a:spcBef>
                <a:spcPct val="0"/>
              </a:spcBef>
              <a:spcAft>
                <a:spcPct val="0"/>
              </a:spcAft>
              <a:buClrTx/>
              <a:buFont typeface="Wingdings" panose="05000000000000000000" pitchFamily="2" charset="2"/>
              <a:buChar char="v"/>
            </a:pPr>
            <a:r>
              <a:rPr lang="en-US" altLang="en-US" sz="9600" dirty="0">
                <a:solidFill>
                  <a:schemeClr val="tx1"/>
                </a:solidFill>
                <a:latin typeface="Arial" panose="020B0604020202020204" pitchFamily="34" charset="0"/>
              </a:rPr>
              <a:t>Sex</a:t>
            </a:r>
          </a:p>
          <a:p>
            <a:pPr lvl="0" eaLnBrk="0" fontAlgn="base" hangingPunct="0">
              <a:lnSpc>
                <a:spcPct val="100000"/>
              </a:lnSpc>
              <a:spcBef>
                <a:spcPct val="0"/>
              </a:spcBef>
              <a:spcAft>
                <a:spcPct val="0"/>
              </a:spcAft>
              <a:buClrTx/>
              <a:buFont typeface="Wingdings" panose="05000000000000000000" pitchFamily="2" charset="2"/>
              <a:buChar char="v"/>
            </a:pPr>
            <a:r>
              <a:rPr lang="en-US" altLang="en-US" sz="9600" dirty="0">
                <a:solidFill>
                  <a:schemeClr val="tx1"/>
                </a:solidFill>
                <a:latin typeface="Arial" panose="020B0604020202020204" pitchFamily="34" charset="0"/>
              </a:rPr>
              <a:t>Animal type</a:t>
            </a:r>
          </a:p>
          <a:p>
            <a:pPr lvl="0" eaLnBrk="0" fontAlgn="base" hangingPunct="0">
              <a:lnSpc>
                <a:spcPct val="100000"/>
              </a:lnSpc>
              <a:spcBef>
                <a:spcPct val="0"/>
              </a:spcBef>
              <a:spcAft>
                <a:spcPct val="0"/>
              </a:spcAft>
              <a:buClrTx/>
              <a:buFont typeface="Wingdings" panose="05000000000000000000" pitchFamily="2" charset="2"/>
              <a:buChar char="v"/>
            </a:pPr>
            <a:r>
              <a:rPr lang="en-US" altLang="en-US" sz="9600" dirty="0">
                <a:solidFill>
                  <a:schemeClr val="tx1"/>
                </a:solidFill>
                <a:latin typeface="Arial" panose="020B0604020202020204" pitchFamily="34" charset="0"/>
              </a:rPr>
              <a:t>Age</a:t>
            </a:r>
          </a:p>
          <a:p>
            <a:pPr lvl="0" eaLnBrk="0" fontAlgn="base" hangingPunct="0">
              <a:lnSpc>
                <a:spcPct val="100000"/>
              </a:lnSpc>
              <a:spcBef>
                <a:spcPct val="0"/>
              </a:spcBef>
              <a:spcAft>
                <a:spcPct val="0"/>
              </a:spcAft>
              <a:buClrTx/>
              <a:buFont typeface="Wingdings" panose="05000000000000000000" pitchFamily="2" charset="2"/>
              <a:buChar char="v"/>
            </a:pPr>
            <a:r>
              <a:rPr lang="en-US" altLang="en-US" sz="9600" dirty="0">
                <a:solidFill>
                  <a:schemeClr val="tx1"/>
                </a:solidFill>
                <a:latin typeface="Arial" panose="020B0604020202020204" pitchFamily="34" charset="0"/>
              </a:rPr>
              <a:t>Size</a:t>
            </a:r>
          </a:p>
          <a:p>
            <a:pPr lvl="0" eaLnBrk="0" fontAlgn="base" hangingPunct="0">
              <a:lnSpc>
                <a:spcPct val="100000"/>
              </a:lnSpc>
              <a:spcBef>
                <a:spcPct val="0"/>
              </a:spcBef>
              <a:spcAft>
                <a:spcPct val="0"/>
              </a:spcAft>
              <a:buClrTx/>
              <a:buFont typeface="Wingdings" panose="05000000000000000000" pitchFamily="2" charset="2"/>
              <a:buChar char="v"/>
            </a:pPr>
            <a:r>
              <a:rPr lang="en-US" altLang="en-US" sz="9600" dirty="0">
                <a:solidFill>
                  <a:schemeClr val="tx1"/>
                </a:solidFill>
                <a:latin typeface="Arial" panose="020B0604020202020204" pitchFamily="34" charset="0"/>
              </a:rPr>
              <a:t>Color</a:t>
            </a:r>
          </a:p>
          <a:p>
            <a:pPr lvl="0" eaLnBrk="0" fontAlgn="base" hangingPunct="0">
              <a:lnSpc>
                <a:spcPct val="100000"/>
              </a:lnSpc>
              <a:spcBef>
                <a:spcPct val="0"/>
              </a:spcBef>
              <a:spcAft>
                <a:spcPct val="0"/>
              </a:spcAft>
              <a:buClrTx/>
              <a:buFont typeface="Wingdings" panose="05000000000000000000" pitchFamily="2" charset="2"/>
              <a:buChar char="v"/>
            </a:pPr>
            <a:endParaRPr lang="en-US" altLang="en-US" sz="9600" dirty="0">
              <a:latin typeface="Arial" panose="020B0604020202020204" pitchFamily="34" charset="0"/>
            </a:endParaRPr>
          </a:p>
          <a:p>
            <a:r>
              <a:rPr lang="en-US" sz="9600" dirty="0">
                <a:latin typeface="Arial" panose="020B0604020202020204" pitchFamily="34" charset="0"/>
                <a:cs typeface="Arial" panose="020B0604020202020204" pitchFamily="34" charset="0"/>
              </a:rPr>
              <a:t>OAS Animal Impound:</a:t>
            </a:r>
          </a:p>
          <a:p>
            <a:pPr marL="457200" indent="-457200">
              <a:buFont typeface="Wingdings" panose="05000000000000000000" pitchFamily="2" charset="2"/>
              <a:buChar char="v"/>
            </a:pPr>
            <a:r>
              <a:rPr lang="en-US" sz="9600" dirty="0">
                <a:latin typeface="Arial" panose="020B0604020202020204" pitchFamily="34" charset="0"/>
                <a:cs typeface="Arial" panose="020B0604020202020204" pitchFamily="34" charset="0"/>
              </a:rPr>
              <a:t>Intake type</a:t>
            </a:r>
          </a:p>
          <a:p>
            <a:pPr marL="457200" indent="-457200">
              <a:buFont typeface="Wingdings" panose="05000000000000000000" pitchFamily="2" charset="2"/>
              <a:buChar char="v"/>
            </a:pPr>
            <a:r>
              <a:rPr lang="en-US" sz="9600" dirty="0">
                <a:latin typeface="Arial" panose="020B0604020202020204" pitchFamily="34" charset="0"/>
                <a:cs typeface="Arial" panose="020B0604020202020204" pitchFamily="34" charset="0"/>
              </a:rPr>
              <a:t>Outcome</a:t>
            </a:r>
          </a:p>
          <a:p>
            <a:pPr marL="457200" indent="-457200">
              <a:buFont typeface="Wingdings" panose="05000000000000000000" pitchFamily="2" charset="2"/>
              <a:buChar char="v"/>
            </a:pPr>
            <a:r>
              <a:rPr lang="en-US" sz="9600" dirty="0">
                <a:latin typeface="Arial" panose="020B0604020202020204" pitchFamily="34" charset="0"/>
                <a:cs typeface="Arial" panose="020B0604020202020204" pitchFamily="34" charset="0"/>
              </a:rPr>
              <a:t>Entry/Exit Time of the animal</a:t>
            </a:r>
          </a:p>
          <a:p>
            <a:pPr marL="457200" indent="-457200">
              <a:buFont typeface="Wingdings" panose="05000000000000000000" pitchFamily="2" charset="2"/>
              <a:buChar char="v"/>
            </a:pPr>
            <a:r>
              <a:rPr lang="en-US" sz="9600" dirty="0">
                <a:latin typeface="Arial" panose="020B0604020202020204" pitchFamily="34" charset="0"/>
                <a:cs typeface="Arial" panose="020B0604020202020204" pitchFamily="34" charset="0"/>
              </a:rPr>
              <a:t>Location (longitude, latitude)</a:t>
            </a:r>
          </a:p>
          <a:p>
            <a:endParaRPr lang="en-US" dirty="0"/>
          </a:p>
        </p:txBody>
      </p:sp>
      <p:pic>
        <p:nvPicPr>
          <p:cNvPr id="20" name="Picture Placeholder 19" descr="Small happy dog lying on the grass">
            <a:extLst>
              <a:ext uri="{FF2B5EF4-FFF2-40B4-BE49-F238E27FC236}">
                <a16:creationId xmlns:a16="http://schemas.microsoft.com/office/drawing/2014/main" id="{6FD2A8EB-6752-487E-9DAD-5CD35B025118}"/>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val="0"/>
              </a:ext>
            </a:extLst>
          </a:blip>
          <a:srcRect t="44" b="44"/>
          <a:stretch/>
        </p:blipFill>
        <p:spPr/>
      </p:pic>
      <p:pic>
        <p:nvPicPr>
          <p:cNvPr id="12" name="Picture Placeholder 11">
            <a:extLst>
              <a:ext uri="{FF2B5EF4-FFF2-40B4-BE49-F238E27FC236}">
                <a16:creationId xmlns:a16="http://schemas.microsoft.com/office/drawing/2014/main" id="{12CB0E29-1821-A2F2-75F8-1BFD51494A39}"/>
              </a:ext>
            </a:extLst>
          </p:cNvPr>
          <p:cNvPicPr>
            <a:picLocks noGrp="1" noChangeAspect="1"/>
          </p:cNvPicPr>
          <p:nvPr>
            <p:ph type="pic" sz="quarter" idx="11"/>
          </p:nvPr>
        </p:nvPicPr>
        <p:blipFill>
          <a:blip r:embed="rId4">
            <a:extLst>
              <a:ext uri="{837473B0-CC2E-450A-ABE3-18F120FF3D39}">
                <a1611:picAttrSrcUrl xmlns:a1611="http://schemas.microsoft.com/office/drawing/2016/11/main" r:id="rId5"/>
              </a:ext>
            </a:extLst>
          </a:blip>
          <a:srcRect t="11579" b="11579"/>
          <a:stretch>
            <a:fillRect/>
          </a:stretch>
        </p:blipFill>
        <p:spPr/>
      </p:pic>
      <p:pic>
        <p:nvPicPr>
          <p:cNvPr id="6" name="Picture Placeholder 5">
            <a:extLst>
              <a:ext uri="{FF2B5EF4-FFF2-40B4-BE49-F238E27FC236}">
                <a16:creationId xmlns:a16="http://schemas.microsoft.com/office/drawing/2014/main" id="{B55D8B24-A478-F63A-BEA2-2E49D0526E5A}"/>
              </a:ext>
            </a:extLst>
          </p:cNvPr>
          <p:cNvPicPr>
            <a:picLocks noGrp="1" noChangeAspect="1"/>
          </p:cNvPicPr>
          <p:nvPr>
            <p:ph type="pic" sz="quarter" idx="12"/>
          </p:nvPr>
        </p:nvPicPr>
        <p:blipFill>
          <a:blip r:embed="rId6">
            <a:extLst>
              <a:ext uri="{837473B0-CC2E-450A-ABE3-18F120FF3D39}">
                <a1611:picAttrSrcUrl xmlns:a1611="http://schemas.microsoft.com/office/drawing/2016/11/main" r:id="rId7"/>
              </a:ext>
            </a:extLst>
          </a:blip>
          <a:srcRect t="19722" b="19722"/>
          <a:stretch>
            <a:fillRect/>
          </a:stretch>
        </p:blipFill>
        <p:spPr/>
      </p:pic>
      <p:sp>
        <p:nvSpPr>
          <p:cNvPr id="10" name="Slide Number Placeholder 9">
            <a:extLst>
              <a:ext uri="{FF2B5EF4-FFF2-40B4-BE49-F238E27FC236}">
                <a16:creationId xmlns:a16="http://schemas.microsoft.com/office/drawing/2014/main" id="{C2100F54-A3EA-4012-B8F6-8D7386F51B51}"/>
              </a:ext>
            </a:extLst>
          </p:cNvPr>
          <p:cNvSpPr>
            <a:spLocks noGrp="1"/>
          </p:cNvSpPr>
          <p:nvPr>
            <p:ph type="sldNum" sz="quarter" idx="16"/>
          </p:nvPr>
        </p:nvSpPr>
        <p:spPr/>
        <p:txBody>
          <a:bodyPr/>
          <a:lstStyle/>
          <a:p>
            <a:fld id="{1621B6DD-29C1-4FEA-923F-71EA1347694C}" type="slidenum">
              <a:rPr lang="en-US" smtClean="0"/>
              <a:pPr/>
              <a:t>2</a:t>
            </a:fld>
            <a:endParaRPr lang="en-US" dirty="0"/>
          </a:p>
        </p:txBody>
      </p:sp>
      <p:sp>
        <p:nvSpPr>
          <p:cNvPr id="13" name="TextBox 12">
            <a:extLst>
              <a:ext uri="{FF2B5EF4-FFF2-40B4-BE49-F238E27FC236}">
                <a16:creationId xmlns:a16="http://schemas.microsoft.com/office/drawing/2014/main" id="{1663DEC4-71A7-D0C6-CCE3-B4857399A50C}"/>
              </a:ext>
            </a:extLst>
          </p:cNvPr>
          <p:cNvSpPr txBox="1"/>
          <p:nvPr/>
        </p:nvSpPr>
        <p:spPr>
          <a:xfrm>
            <a:off x="7729581" y="4572000"/>
            <a:ext cx="4462420" cy="230832"/>
          </a:xfrm>
          <a:prstGeom prst="rect">
            <a:avLst/>
          </a:prstGeom>
          <a:noFill/>
        </p:spPr>
        <p:txBody>
          <a:bodyPr wrap="square" rtlCol="0">
            <a:spAutoFit/>
          </a:bodyPr>
          <a:lstStyle/>
          <a:p>
            <a:r>
              <a:rPr lang="en-US" sz="900">
                <a:hlinkClick r:id="rId5" tooltip="https://www.eps2020-wiki3.dee.isep.ipp.pt/doku.php?id=report"/>
              </a:rPr>
              <a:t>This Photo</a:t>
            </a:r>
            <a:r>
              <a:rPr lang="en-US" sz="900"/>
              <a:t> by Unknown Author is licensed under </a:t>
            </a:r>
            <a:r>
              <a:rPr lang="en-US" sz="900">
                <a:hlinkClick r:id="rId8" tooltip="https://creativecommons.org/licenses/by-sa/3.0/"/>
              </a:rPr>
              <a:t>CC BY-SA</a:t>
            </a:r>
            <a:endParaRPr lang="en-US" sz="900"/>
          </a:p>
        </p:txBody>
      </p:sp>
      <p:sp>
        <p:nvSpPr>
          <p:cNvPr id="14" name="TextBox 13">
            <a:extLst>
              <a:ext uri="{FF2B5EF4-FFF2-40B4-BE49-F238E27FC236}">
                <a16:creationId xmlns:a16="http://schemas.microsoft.com/office/drawing/2014/main" id="{933DA357-C6BF-F6C7-120F-3469F6B41102}"/>
              </a:ext>
            </a:extLst>
          </p:cNvPr>
          <p:cNvSpPr txBox="1"/>
          <p:nvPr/>
        </p:nvSpPr>
        <p:spPr>
          <a:xfrm>
            <a:off x="3599541" y="2782668"/>
            <a:ext cx="4441922" cy="646331"/>
          </a:xfrm>
          <a:prstGeom prst="rect">
            <a:avLst/>
          </a:prstGeom>
          <a:noFill/>
        </p:spPr>
        <p:txBody>
          <a:bodyPr wrap="none" rtlCol="0">
            <a:spAutoFit/>
          </a:bodyPr>
          <a:lstStyle/>
          <a:p>
            <a:r>
              <a:rPr lang="en-US" sz="3600" dirty="0"/>
              <a:t>Joined by Animal ID</a:t>
            </a:r>
          </a:p>
        </p:txBody>
      </p:sp>
      <p:sp>
        <p:nvSpPr>
          <p:cNvPr id="23" name="Arrow: Right 22">
            <a:extLst>
              <a:ext uri="{FF2B5EF4-FFF2-40B4-BE49-F238E27FC236}">
                <a16:creationId xmlns:a16="http://schemas.microsoft.com/office/drawing/2014/main" id="{10427676-4DD4-7094-5AB9-8E5E0E672DA1}"/>
              </a:ext>
            </a:extLst>
          </p:cNvPr>
          <p:cNvSpPr/>
          <p:nvPr/>
        </p:nvSpPr>
        <p:spPr>
          <a:xfrm rot="19441182">
            <a:off x="3318731" y="3571420"/>
            <a:ext cx="1012040" cy="3487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F63DF416-8852-A341-D5D6-B2E13A6C5389}"/>
              </a:ext>
            </a:extLst>
          </p:cNvPr>
          <p:cNvSpPr/>
          <p:nvPr/>
        </p:nvSpPr>
        <p:spPr>
          <a:xfrm rot="1459309">
            <a:off x="2995142" y="2200871"/>
            <a:ext cx="1206631" cy="3487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9619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6A8A8-7639-6D0B-E329-6D8BF04639E6}"/>
            </a:ext>
          </a:extLst>
        </p:cNvPr>
        <p:cNvGrpSpPr/>
        <p:nvPr/>
      </p:nvGrpSpPr>
      <p:grpSpPr>
        <a:xfrm>
          <a:off x="0" y="0"/>
          <a:ext cx="0" cy="0"/>
          <a:chOff x="0" y="0"/>
          <a:chExt cx="0" cy="0"/>
        </a:xfrm>
      </p:grpSpPr>
      <p:sp>
        <p:nvSpPr>
          <p:cNvPr id="71" name="Title 70">
            <a:extLst>
              <a:ext uri="{FF2B5EF4-FFF2-40B4-BE49-F238E27FC236}">
                <a16:creationId xmlns:a16="http://schemas.microsoft.com/office/drawing/2014/main" id="{F2BCDDB2-ECC3-B0ED-796F-7C7829D730F4}"/>
              </a:ext>
            </a:extLst>
          </p:cNvPr>
          <p:cNvSpPr>
            <a:spLocks noGrp="1"/>
          </p:cNvSpPr>
          <p:nvPr>
            <p:ph type="title"/>
          </p:nvPr>
        </p:nvSpPr>
        <p:spPr>
          <a:xfrm>
            <a:off x="182672" y="89529"/>
            <a:ext cx="6833739" cy="1477328"/>
          </a:xfrm>
        </p:spPr>
        <p:txBody>
          <a:bodyPr/>
          <a:lstStyle/>
          <a:p>
            <a:r>
              <a:rPr lang="en-US" dirty="0"/>
              <a:t>Goals:</a:t>
            </a:r>
          </a:p>
        </p:txBody>
      </p:sp>
      <p:sp>
        <p:nvSpPr>
          <p:cNvPr id="3" name="Text Placeholder 2">
            <a:extLst>
              <a:ext uri="{FF2B5EF4-FFF2-40B4-BE49-F238E27FC236}">
                <a16:creationId xmlns:a16="http://schemas.microsoft.com/office/drawing/2014/main" id="{3DF205A5-3B31-B069-DA98-B7A9D1E1D5FB}"/>
              </a:ext>
            </a:extLst>
          </p:cNvPr>
          <p:cNvSpPr>
            <a:spLocks noGrp="1"/>
          </p:cNvSpPr>
          <p:nvPr>
            <p:ph type="body" sz="quarter" idx="14"/>
          </p:nvPr>
        </p:nvSpPr>
        <p:spPr>
          <a:xfrm>
            <a:off x="182671" y="1382102"/>
            <a:ext cx="4981575" cy="3557359"/>
          </a:xfrm>
        </p:spPr>
        <p:txBody>
          <a:bodyPr>
            <a:normAutofit/>
          </a:bodyPr>
          <a:lstStyle/>
          <a:p>
            <a:pPr lvl="0" eaLnBrk="0" fontAlgn="base" hangingPunct="0">
              <a:lnSpc>
                <a:spcPct val="100000"/>
              </a:lnSpc>
              <a:spcBef>
                <a:spcPct val="0"/>
              </a:spcBef>
              <a:spcAft>
                <a:spcPct val="0"/>
              </a:spcAft>
              <a:buClrTx/>
            </a:pPr>
            <a:endParaRPr lang="en-US" altLang="en-US" sz="9600" dirty="0">
              <a:latin typeface="Arial" panose="020B0604020202020204" pitchFamily="34" charset="0"/>
            </a:endParaRPr>
          </a:p>
          <a:p>
            <a:endParaRPr lang="en-US" dirty="0"/>
          </a:p>
        </p:txBody>
      </p:sp>
      <p:pic>
        <p:nvPicPr>
          <p:cNvPr id="15" name="Picture Placeholder 14">
            <a:extLst>
              <a:ext uri="{FF2B5EF4-FFF2-40B4-BE49-F238E27FC236}">
                <a16:creationId xmlns:a16="http://schemas.microsoft.com/office/drawing/2014/main" id="{97D5B7A0-D7A4-1F3A-1D82-8AD7BF3B2FBC}"/>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t="16136" b="16136"/>
          <a:stretch>
            <a:fillRect/>
          </a:stretch>
        </p:blipFill>
        <p:spPr/>
      </p:pic>
      <p:pic>
        <p:nvPicPr>
          <p:cNvPr id="18" name="Picture Placeholder 17">
            <a:extLst>
              <a:ext uri="{FF2B5EF4-FFF2-40B4-BE49-F238E27FC236}">
                <a16:creationId xmlns:a16="http://schemas.microsoft.com/office/drawing/2014/main" id="{D410A171-ECC8-B4B7-3F11-0A93822529D0}"/>
              </a:ext>
            </a:extLst>
          </p:cNvPr>
          <p:cNvPicPr>
            <a:picLocks noGrp="1" noChangeAspect="1"/>
          </p:cNvPicPr>
          <p:nvPr>
            <p:ph type="pic" sz="quarter" idx="11"/>
          </p:nvPr>
        </p:nvPicPr>
        <p:blipFill>
          <a:blip r:embed="rId5">
            <a:extLst>
              <a:ext uri="{837473B0-CC2E-450A-ABE3-18F120FF3D39}">
                <a1611:picAttrSrcUrl xmlns:a1611="http://schemas.microsoft.com/office/drawing/2016/11/main" r:id="rId6"/>
              </a:ext>
            </a:extLst>
          </a:blip>
          <a:srcRect t="11517" b="11517"/>
          <a:stretch>
            <a:fillRect/>
          </a:stretch>
        </p:blipFill>
        <p:spPr/>
      </p:pic>
      <p:sp>
        <p:nvSpPr>
          <p:cNvPr id="10" name="Slide Number Placeholder 9">
            <a:extLst>
              <a:ext uri="{FF2B5EF4-FFF2-40B4-BE49-F238E27FC236}">
                <a16:creationId xmlns:a16="http://schemas.microsoft.com/office/drawing/2014/main" id="{40CAFF9F-4376-94DE-CD2E-73A103B32D1B}"/>
              </a:ext>
            </a:extLst>
          </p:cNvPr>
          <p:cNvSpPr>
            <a:spLocks noGrp="1"/>
          </p:cNvSpPr>
          <p:nvPr>
            <p:ph type="sldNum" sz="quarter" idx="16"/>
          </p:nvPr>
        </p:nvSpPr>
        <p:spPr/>
        <p:txBody>
          <a:bodyPr/>
          <a:lstStyle/>
          <a:p>
            <a:fld id="{1621B6DD-29C1-4FEA-923F-71EA1347694C}" type="slidenum">
              <a:rPr lang="en-US" smtClean="0"/>
              <a:pPr/>
              <a:t>3</a:t>
            </a:fld>
            <a:endParaRPr lang="en-US" dirty="0"/>
          </a:p>
        </p:txBody>
      </p:sp>
      <p:sp>
        <p:nvSpPr>
          <p:cNvPr id="2" name="TextBox 1">
            <a:extLst>
              <a:ext uri="{FF2B5EF4-FFF2-40B4-BE49-F238E27FC236}">
                <a16:creationId xmlns:a16="http://schemas.microsoft.com/office/drawing/2014/main" id="{E87F9D25-712E-FCE6-D0E0-C9B3A134C7A1}"/>
              </a:ext>
            </a:extLst>
          </p:cNvPr>
          <p:cNvSpPr txBox="1"/>
          <p:nvPr/>
        </p:nvSpPr>
        <p:spPr>
          <a:xfrm>
            <a:off x="320511" y="1382102"/>
            <a:ext cx="6208555" cy="4401205"/>
          </a:xfrm>
          <a:prstGeom prst="rect">
            <a:avLst/>
          </a:prstGeom>
          <a:noFill/>
        </p:spPr>
        <p:txBody>
          <a:bodyPr wrap="square" rtlCol="0">
            <a:spAutoFit/>
          </a:bodyPr>
          <a:lstStyle/>
          <a:p>
            <a:r>
              <a:rPr lang="en-US" sz="2800" dirty="0"/>
              <a:t>The goal of the capstone project is to:</a:t>
            </a:r>
          </a:p>
          <a:p>
            <a:pPr marL="457200" indent="-457200">
              <a:buFont typeface="Arial" panose="020B0604020202020204" pitchFamily="34" charset="0"/>
              <a:buChar char="•"/>
            </a:pPr>
            <a:r>
              <a:rPr lang="en-US" sz="2800" dirty="0"/>
              <a:t>Which factors have the greatest influence on animal outcomes</a:t>
            </a:r>
          </a:p>
          <a:p>
            <a:endParaRPr lang="en-US" sz="2800" dirty="0"/>
          </a:p>
          <a:p>
            <a:pPr marL="457200" indent="-457200">
              <a:buFont typeface="Arial" panose="020B0604020202020204" pitchFamily="34" charset="0"/>
              <a:buChar char="•"/>
            </a:pPr>
            <a:r>
              <a:rPr lang="en-US" sz="2800" dirty="0"/>
              <a:t>Providing valuable information to pet owners surrendering their pets and shelters to reduce impounds and improve adoption rates. </a:t>
            </a:r>
          </a:p>
        </p:txBody>
      </p:sp>
      <p:sp>
        <p:nvSpPr>
          <p:cNvPr id="16" name="TextBox 15">
            <a:extLst>
              <a:ext uri="{FF2B5EF4-FFF2-40B4-BE49-F238E27FC236}">
                <a16:creationId xmlns:a16="http://schemas.microsoft.com/office/drawing/2014/main" id="{41B93A08-9D76-BE38-023D-EA52FA7C385C}"/>
              </a:ext>
            </a:extLst>
          </p:cNvPr>
          <p:cNvSpPr txBox="1"/>
          <p:nvPr/>
        </p:nvSpPr>
        <p:spPr>
          <a:xfrm>
            <a:off x="7862649" y="2354314"/>
            <a:ext cx="5064603" cy="230832"/>
          </a:xfrm>
          <a:prstGeom prst="rect">
            <a:avLst/>
          </a:prstGeom>
          <a:noFill/>
        </p:spPr>
        <p:txBody>
          <a:bodyPr wrap="square" rtlCol="0">
            <a:spAutoFit/>
          </a:bodyPr>
          <a:lstStyle/>
          <a:p>
            <a:r>
              <a:rPr lang="en-US" sz="900" dirty="0">
                <a:hlinkClick r:id="rId4" tooltip="https://cronkitenewsonline.com/2014/04/with-overabundance-of-chihuahuas-in-shelters-groups-exporting-them/index.html"/>
              </a:rPr>
              <a:t>This Photo</a:t>
            </a:r>
            <a:r>
              <a:rPr lang="en-US" sz="900" dirty="0"/>
              <a:t> by Unknown Author is licensed under </a:t>
            </a:r>
            <a:r>
              <a:rPr lang="en-US" sz="900" dirty="0">
                <a:hlinkClick r:id="rId7" tooltip="https://creativecommons.org/licenses/by-sa/3.0/"/>
              </a:rPr>
              <a:t>CC BY-SA</a:t>
            </a:r>
            <a:endParaRPr lang="en-US" sz="900" dirty="0"/>
          </a:p>
        </p:txBody>
      </p:sp>
    </p:spTree>
    <p:extLst>
      <p:ext uri="{BB962C8B-B14F-4D97-AF65-F5344CB8AC3E}">
        <p14:creationId xmlns:p14="http://schemas.microsoft.com/office/powerpoint/2010/main" val="1062518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25000"/>
            <a:lumOff val="75000"/>
          </a:schemeClr>
        </a:solidFill>
        <a:effectLst/>
      </p:bgPr>
    </p:bg>
    <p:spTree>
      <p:nvGrpSpPr>
        <p:cNvPr id="1" name=""/>
        <p:cNvGrpSpPr/>
        <p:nvPr/>
      </p:nvGrpSpPr>
      <p:grpSpPr>
        <a:xfrm>
          <a:off x="0" y="0"/>
          <a:ext cx="0" cy="0"/>
          <a:chOff x="0" y="0"/>
          <a:chExt cx="0" cy="0"/>
        </a:xfrm>
      </p:grpSpPr>
      <p:pic>
        <p:nvPicPr>
          <p:cNvPr id="6" name="Dog Titling It's Head" descr="Dog Titling It's Head">
            <a:hlinkClick r:id="" action="ppaction://media"/>
            <a:extLst>
              <a:ext uri="{FF2B5EF4-FFF2-40B4-BE49-F238E27FC236}">
                <a16:creationId xmlns:a16="http://schemas.microsoft.com/office/drawing/2014/main" id="{7B22000D-8531-61AA-5784-3A9F83CABC6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5195454" y="-76202"/>
            <a:ext cx="12316692" cy="7384474"/>
          </a:xfrm>
          <a:prstGeom prst="rect">
            <a:avLst/>
          </a:prstGeom>
        </p:spPr>
      </p:pic>
      <p:sp>
        <p:nvSpPr>
          <p:cNvPr id="5" name="Freeform: Shape 4">
            <a:extLst>
              <a:ext uri="{FF2B5EF4-FFF2-40B4-BE49-F238E27FC236}">
                <a16:creationId xmlns:a16="http://schemas.microsoft.com/office/drawing/2014/main" id="{4BBAE8B1-4EEA-5353-5E99-7AE74EB7EA23}"/>
              </a:ext>
            </a:extLst>
          </p:cNvPr>
          <p:cNvSpPr/>
          <p:nvPr/>
        </p:nvSpPr>
        <p:spPr>
          <a:xfrm>
            <a:off x="-129391" y="-120468"/>
            <a:ext cx="12321391" cy="6938071"/>
          </a:xfrm>
          <a:custGeom>
            <a:avLst/>
            <a:gdLst>
              <a:gd name="csX0" fmla="*/ 12321391 w 12321391"/>
              <a:gd name="csY0" fmla="*/ 5112652 h 6938071"/>
              <a:gd name="csX1" fmla="*/ 12321391 w 12321391"/>
              <a:gd name="csY1" fmla="*/ 6938071 h 6938071"/>
              <a:gd name="csX2" fmla="*/ 10495972 w 12321391"/>
              <a:gd name="csY2" fmla="*/ 6938071 h 6938071"/>
              <a:gd name="csX3" fmla="*/ 0 w 12321391"/>
              <a:gd name="csY3" fmla="*/ 0 h 6938071"/>
              <a:gd name="csX4" fmla="*/ 9322452 w 12321391"/>
              <a:gd name="csY4" fmla="*/ 0 h 6938071"/>
              <a:gd name="csX5" fmla="*/ 7194272 w 12321391"/>
              <a:gd name="csY5" fmla="*/ 2203795 h 6938071"/>
              <a:gd name="csX6" fmla="*/ 7204865 w 12321391"/>
              <a:gd name="csY6" fmla="*/ 2810668 h 6938071"/>
              <a:gd name="csX7" fmla="*/ 8439757 w 12321391"/>
              <a:gd name="csY7" fmla="*/ 4003189 h 6938071"/>
              <a:gd name="csX8" fmla="*/ 9046629 w 12321391"/>
              <a:gd name="csY8" fmla="*/ 3992596 h 6938071"/>
              <a:gd name="csX9" fmla="*/ 12321391 w 12321391"/>
              <a:gd name="csY9" fmla="*/ 601481 h 6938071"/>
              <a:gd name="csX10" fmla="*/ 12321391 w 12321391"/>
              <a:gd name="csY10" fmla="*/ 1550597 h 6938071"/>
              <a:gd name="csX11" fmla="*/ 12275970 w 12321391"/>
              <a:gd name="csY11" fmla="*/ 1564058 h 6938071"/>
              <a:gd name="csX12" fmla="*/ 12133992 w 12321391"/>
              <a:gd name="csY12" fmla="*/ 1658338 h 6938071"/>
              <a:gd name="csX13" fmla="*/ 6854259 w 12321391"/>
              <a:gd name="csY13" fmla="*/ 6938071 h 6938071"/>
              <a:gd name="csX14" fmla="*/ 0 w 12321391"/>
              <a:gd name="csY14" fmla="*/ 6938071 h 69380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2321391" h="6938071">
                <a:moveTo>
                  <a:pt x="12321391" y="5112652"/>
                </a:moveTo>
                <a:lnTo>
                  <a:pt x="12321391" y="6938071"/>
                </a:lnTo>
                <a:lnTo>
                  <a:pt x="10495972" y="6938071"/>
                </a:lnTo>
                <a:close/>
                <a:moveTo>
                  <a:pt x="0" y="0"/>
                </a:moveTo>
                <a:lnTo>
                  <a:pt x="9322452" y="0"/>
                </a:lnTo>
                <a:lnTo>
                  <a:pt x="7194272" y="2203795"/>
                </a:lnTo>
                <a:cubicBezTo>
                  <a:pt x="7029614" y="2374304"/>
                  <a:pt x="7034357" y="2646009"/>
                  <a:pt x="7204865" y="2810668"/>
                </a:cubicBezTo>
                <a:lnTo>
                  <a:pt x="8439757" y="4003189"/>
                </a:lnTo>
                <a:cubicBezTo>
                  <a:pt x="8610265" y="4167847"/>
                  <a:pt x="8881971" y="4163105"/>
                  <a:pt x="9046629" y="3992596"/>
                </a:cubicBezTo>
                <a:lnTo>
                  <a:pt x="12321391" y="601481"/>
                </a:lnTo>
                <a:lnTo>
                  <a:pt x="12321391" y="1550597"/>
                </a:lnTo>
                <a:lnTo>
                  <a:pt x="12275970" y="1564058"/>
                </a:lnTo>
                <a:cubicBezTo>
                  <a:pt x="12224305" y="1585009"/>
                  <a:pt x="12175894" y="1616436"/>
                  <a:pt x="12133992" y="1658338"/>
                </a:cubicBezTo>
                <a:lnTo>
                  <a:pt x="6854259" y="6938071"/>
                </a:lnTo>
                <a:lnTo>
                  <a:pt x="0" y="6938071"/>
                </a:lnTo>
                <a:close/>
              </a:path>
            </a:pathLst>
          </a:custGeom>
          <a:solidFill>
            <a:schemeClr val="tx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extBox 2">
            <a:extLst>
              <a:ext uri="{FF2B5EF4-FFF2-40B4-BE49-F238E27FC236}">
                <a16:creationId xmlns:a16="http://schemas.microsoft.com/office/drawing/2014/main" id="{9517A032-2046-DBEF-8452-17B24FCE30E4}"/>
              </a:ext>
            </a:extLst>
          </p:cNvPr>
          <p:cNvSpPr txBox="1"/>
          <p:nvPr/>
        </p:nvSpPr>
        <p:spPr>
          <a:xfrm>
            <a:off x="358588" y="381000"/>
            <a:ext cx="6096000" cy="160043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dirty="0">
                <a:latin typeface="Goudy Stout"/>
                <a:ea typeface="Segoe UI"/>
                <a:cs typeface="Segoe UI"/>
              </a:rPr>
              <a:t>Research Questions</a:t>
            </a:r>
            <a:r>
              <a:rPr lang="en-US" sz="4000" b="0" i="0" u="none" strike="noStrike" baseline="0" dirty="0">
                <a:latin typeface="Goudy Stout"/>
                <a:ea typeface="Segoe UI"/>
                <a:cs typeface="Segoe UI"/>
              </a:rPr>
              <a:t>:</a:t>
            </a:r>
            <a:endParaRPr lang="en-US" dirty="0"/>
          </a:p>
          <a:p>
            <a:pPr algn="ctr"/>
            <a:endParaRPr lang="en-US" dirty="0"/>
          </a:p>
        </p:txBody>
      </p:sp>
      <p:sp>
        <p:nvSpPr>
          <p:cNvPr id="4" name="TextBox 3">
            <a:extLst>
              <a:ext uri="{FF2B5EF4-FFF2-40B4-BE49-F238E27FC236}">
                <a16:creationId xmlns:a16="http://schemas.microsoft.com/office/drawing/2014/main" id="{C612C947-EBFD-598E-27CB-1B9D671786FE}"/>
              </a:ext>
            </a:extLst>
          </p:cNvPr>
          <p:cNvSpPr txBox="1"/>
          <p:nvPr/>
        </p:nvSpPr>
        <p:spPr>
          <a:xfrm>
            <a:off x="-11207" y="1557617"/>
            <a:ext cx="6958854" cy="55399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lgn="l" rtl="0">
              <a:buFont typeface="Courier New,monospace"/>
              <a:buChar char="o"/>
            </a:pPr>
            <a:r>
              <a:rPr lang="en-US" sz="2400" b="0" i="0" u="none" strike="noStrike" baseline="0" dirty="0">
                <a:latin typeface="Speak Pro"/>
                <a:ea typeface="Arial"/>
                <a:cs typeface="Arial"/>
              </a:rPr>
              <a:t>What are the most common types of animals entering the shelter system?</a:t>
            </a:r>
            <a:r>
              <a:rPr lang="en-US" sz="2400" b="0" i="0" dirty="0">
                <a:latin typeface="Speak Pro"/>
                <a:ea typeface="Arial"/>
                <a:cs typeface="Arial"/>
              </a:rPr>
              <a:t>​</a:t>
            </a:r>
          </a:p>
          <a:p>
            <a:pPr marL="285750" lvl="0" indent="-285750" algn="l" rtl="0">
              <a:buFont typeface="Courier New,monospace"/>
              <a:buChar char="o"/>
            </a:pPr>
            <a:r>
              <a:rPr lang="en-US" sz="2400" b="0" i="0" u="none" strike="noStrike" baseline="0" dirty="0">
                <a:latin typeface="Speak Pro"/>
                <a:ea typeface="Arial"/>
                <a:cs typeface="Arial"/>
              </a:rPr>
              <a:t>How long do animals typically stay in the shelter?</a:t>
            </a:r>
            <a:r>
              <a:rPr lang="en-US" sz="2400" b="0" i="0" dirty="0">
                <a:latin typeface="Speak Pro"/>
                <a:ea typeface="Arial"/>
                <a:cs typeface="Arial"/>
              </a:rPr>
              <a:t>​</a:t>
            </a:r>
          </a:p>
          <a:p>
            <a:pPr marL="285750" lvl="0" indent="-285750" algn="l" rtl="0">
              <a:buFont typeface="Courier New,monospace"/>
              <a:buChar char="o"/>
            </a:pPr>
            <a:r>
              <a:rPr lang="en-US" sz="2400" b="0" i="0" u="none" strike="noStrike" baseline="0" dirty="0">
                <a:latin typeface="Speak Pro"/>
                <a:ea typeface="Arial"/>
                <a:cs typeface="Arial"/>
              </a:rPr>
              <a:t>What percentage of animals are adopted vs. euthanized vs. transferred?</a:t>
            </a:r>
            <a:r>
              <a:rPr lang="en-US" sz="2400" b="0" i="0" dirty="0">
                <a:latin typeface="Speak Pro"/>
                <a:ea typeface="Arial"/>
                <a:cs typeface="Arial"/>
              </a:rPr>
              <a:t>​</a:t>
            </a:r>
          </a:p>
          <a:p>
            <a:pPr marL="285750" lvl="0" indent="-285750" algn="l" rtl="0">
              <a:buFont typeface="Courier New,monospace"/>
              <a:buChar char="o"/>
            </a:pPr>
            <a:r>
              <a:rPr lang="en-US" sz="2400" b="0" i="0" u="none" strike="noStrike" baseline="0" dirty="0">
                <a:latin typeface="Speak Pro"/>
                <a:ea typeface="Arial"/>
                <a:cs typeface="Arial"/>
              </a:rPr>
              <a:t>What breeds are most frequently impounded?</a:t>
            </a:r>
            <a:r>
              <a:rPr lang="en-US" sz="2400" b="0" i="0" dirty="0">
                <a:latin typeface="Speak Pro"/>
                <a:ea typeface="Arial"/>
                <a:cs typeface="Arial"/>
              </a:rPr>
              <a:t>​</a:t>
            </a:r>
          </a:p>
          <a:p>
            <a:pPr marL="285750" lvl="0" indent="-285750" algn="l" rtl="0">
              <a:buFont typeface="Courier New,monospace"/>
              <a:buChar char="o"/>
            </a:pPr>
            <a:r>
              <a:rPr lang="en-US" sz="2400" b="0" i="0" u="none" strike="noStrike" baseline="0" dirty="0">
                <a:latin typeface="Speak Pro"/>
                <a:ea typeface="Arial"/>
                <a:cs typeface="Arial"/>
              </a:rPr>
              <a:t>Are certain times of the year associated with higher intake rates?</a:t>
            </a:r>
            <a:r>
              <a:rPr lang="en-US" sz="2400" b="0" i="0" dirty="0">
                <a:latin typeface="Speak Pro"/>
                <a:ea typeface="Arial"/>
                <a:cs typeface="Arial"/>
              </a:rPr>
              <a:t>​</a:t>
            </a:r>
          </a:p>
          <a:p>
            <a:pPr marL="285750" lvl="0" indent="-285750" algn="l" rtl="0">
              <a:buFont typeface="Courier New,monospace"/>
              <a:buChar char="o"/>
            </a:pPr>
            <a:r>
              <a:rPr lang="en-US" sz="2400" b="0" i="0" u="none" strike="noStrike" baseline="0" dirty="0">
                <a:latin typeface="Speak Pro"/>
                <a:ea typeface="Arial"/>
                <a:cs typeface="Arial"/>
              </a:rPr>
              <a:t>Are certain intake reasons more likely to lead to euthanasia?</a:t>
            </a:r>
            <a:r>
              <a:rPr lang="en-US" sz="2400" b="0" i="0" dirty="0">
                <a:latin typeface="Speak Pro"/>
                <a:ea typeface="Arial"/>
                <a:cs typeface="Arial"/>
              </a:rPr>
              <a:t>​</a:t>
            </a:r>
          </a:p>
          <a:p>
            <a:pPr marL="285750" lvl="0" indent="-285750" algn="l" rtl="0">
              <a:buFont typeface="Courier New,monospace"/>
              <a:buChar char="o"/>
            </a:pPr>
            <a:r>
              <a:rPr lang="en-US" sz="2400" b="0" i="0" u="none" strike="noStrike" baseline="0" dirty="0">
                <a:latin typeface="Speak Pro"/>
                <a:ea typeface="Arial"/>
                <a:cs typeface="Arial"/>
              </a:rPr>
              <a:t>Does age affect euthanizing likelihood?</a:t>
            </a:r>
            <a:r>
              <a:rPr lang="en-US" sz="2400" b="0" i="0" dirty="0">
                <a:latin typeface="Speak Pro"/>
                <a:ea typeface="Arial"/>
                <a:cs typeface="Arial"/>
              </a:rPr>
              <a:t>​</a:t>
            </a:r>
          </a:p>
          <a:p>
            <a:pPr marL="285750" lvl="0" indent="-285750" algn="l" rtl="0">
              <a:buFont typeface="Courier New,monospace"/>
              <a:buChar char="o"/>
            </a:pPr>
            <a:r>
              <a:rPr lang="en-US" sz="2400" b="0" i="0" u="none" strike="noStrike" baseline="0" dirty="0">
                <a:latin typeface="Speak Pro"/>
                <a:ea typeface="Arial"/>
                <a:cs typeface="Arial"/>
              </a:rPr>
              <a:t>What are the most common reasons for intake?</a:t>
            </a:r>
            <a:r>
              <a:rPr lang="en-US" sz="2400" b="0" i="0" dirty="0">
                <a:latin typeface="Speak Pro"/>
                <a:ea typeface="Arial"/>
                <a:cs typeface="Arial"/>
              </a:rPr>
              <a:t>​</a:t>
            </a:r>
          </a:p>
          <a:p>
            <a:pPr marL="285750" lvl="0" indent="-285750" algn="l" rtl="0">
              <a:buFont typeface="Courier New,monospace"/>
              <a:buChar char="o"/>
            </a:pPr>
            <a:r>
              <a:rPr lang="en-US" sz="2400" b="0" i="0" u="none" strike="noStrike" baseline="0" dirty="0">
                <a:latin typeface="Speak Pro"/>
                <a:ea typeface="Arial"/>
                <a:cs typeface="Arial"/>
              </a:rPr>
              <a:t>Which shelters receive the most animals?</a:t>
            </a:r>
            <a:r>
              <a:rPr lang="en-US" sz="2400" b="0" i="0" dirty="0">
                <a:latin typeface="Speak Pro"/>
                <a:ea typeface="Arial"/>
                <a:cs typeface="Arial"/>
              </a:rPr>
              <a:t>​</a:t>
            </a:r>
          </a:p>
          <a:p>
            <a:pPr marL="285750" lvl="0" indent="-285750" algn="l" rtl="0">
              <a:buFont typeface="Courier New,monospace"/>
              <a:buChar char="o"/>
            </a:pPr>
            <a:r>
              <a:rPr lang="en-US" sz="2400" b="0" i="0" u="none" strike="noStrike" baseline="0" dirty="0">
                <a:latin typeface="Speak Pro"/>
                <a:ea typeface="Arial"/>
                <a:cs typeface="Arial"/>
              </a:rPr>
              <a:t>Does the animal bite history affect its outcome?</a:t>
            </a:r>
            <a:r>
              <a:rPr lang="en-US" sz="2400" b="0" i="0" dirty="0">
                <a:latin typeface="Speak Pro"/>
                <a:ea typeface="Arial"/>
                <a:cs typeface="Arial"/>
              </a:rPr>
              <a:t>​</a:t>
            </a:r>
          </a:p>
          <a:p>
            <a:pPr algn="ctr"/>
            <a:endParaRPr lang="en-US" dirty="0"/>
          </a:p>
        </p:txBody>
      </p:sp>
    </p:spTree>
    <p:extLst>
      <p:ext uri="{BB962C8B-B14F-4D97-AF65-F5344CB8AC3E}">
        <p14:creationId xmlns:p14="http://schemas.microsoft.com/office/powerpoint/2010/main" val="3890558977"/>
      </p:ext>
    </p:extLst>
  </p:cSld>
  <p:clrMapOvr>
    <a:masterClrMapping/>
  </p:clrMapOvr>
  <mc:AlternateContent xmlns:mc="http://schemas.openxmlformats.org/markup-compatibility/2006" xmlns:p14="http://schemas.microsoft.com/office/powerpoint/2010/main">
    <mc:Choice Requires="p14">
      <p:transition spd="slow" p14:dur="1200">
        <p:zoom dir="in"/>
      </p:transition>
    </mc:Choice>
    <mc:Fallback xmlns="">
      <p:transition spd="slow">
        <p:zoom dir="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37"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1000"/>
                                        <p:tgtEl>
                                          <p:spTgt spid="4"/>
                                        </p:tgtEl>
                                      </p:cBhvr>
                                    </p:animEffect>
                                    <p:anim calcmode="lin" valueType="num">
                                      <p:cBhvr>
                                        <p:cTn id="10" dur="1000" fill="hold"/>
                                        <p:tgtEl>
                                          <p:spTgt spid="4"/>
                                        </p:tgtEl>
                                        <p:attrNameLst>
                                          <p:attrName>ppt_x</p:attrName>
                                        </p:attrNameLst>
                                      </p:cBhvr>
                                      <p:tavLst>
                                        <p:tav tm="0">
                                          <p:val>
                                            <p:strVal val="#ppt_x"/>
                                          </p:val>
                                        </p:tav>
                                        <p:tav tm="100000">
                                          <p:val>
                                            <p:strVal val="#ppt_x"/>
                                          </p:val>
                                        </p:tav>
                                      </p:tavLst>
                                    </p:anim>
                                    <p:anim calcmode="lin" valueType="num">
                                      <p:cBhvr>
                                        <p:cTn id="11" dur="900" decel="100000" fill="hold"/>
                                        <p:tgtEl>
                                          <p:spTgt spid="4"/>
                                        </p:tgtEl>
                                        <p:attrNameLst>
                                          <p:attrName>ppt_y</p:attrName>
                                        </p:attrNameLst>
                                      </p:cBhvr>
                                      <p:tavLst>
                                        <p:tav tm="0">
                                          <p:val>
                                            <p:strVal val="#ppt_y+1"/>
                                          </p:val>
                                        </p:tav>
                                        <p:tav tm="100000">
                                          <p:val>
                                            <p:strVal val="#ppt_y-.03"/>
                                          </p:val>
                                        </p:tav>
                                      </p:tavLst>
                                    </p:anim>
                                    <p:anim calcmode="lin" valueType="num">
                                      <p:cBhvr>
                                        <p:cTn id="12"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par>
                          <p:cTn id="13" fill="hold">
                            <p:stCondLst>
                              <p:cond delay="1000"/>
                            </p:stCondLst>
                            <p:childTnLst>
                              <p:par>
                                <p:cTn id="14" presetID="1" presetClass="mediacall" presetSubtype="0" fill="hold" nodeType="afterEffect">
                                  <p:stCondLst>
                                    <p:cond delay="0"/>
                                  </p:stCondLst>
                                  <p:childTnLst>
                                    <p:cmd type="call" cmd="playFrom(0.0)">
                                      <p:cBhvr>
                                        <p:cTn id="15" dur="9916"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mute="1">
                <p:cTn id="16" repeatCount="indefinite" fill="hold" display="0">
                  <p:stCondLst>
                    <p:cond delay="indefinite"/>
                  </p:stCondLst>
                </p:cTn>
                <p:tgtEl>
                  <p:spTgt spid="6"/>
                </p:tgtEl>
              </p:cMediaNode>
            </p:video>
            <p:seq concurrent="1" nextAc="seek">
              <p:cTn id="17" restart="whenNotActive" fill="hold" evtFilter="cancelBubble" nodeType="interactiveSeq">
                <p:stCondLst>
                  <p:cond evt="onClick" delay="0">
                    <p:tgtEl>
                      <p:spTgt spid="6"/>
                    </p:tgtEl>
                  </p:cond>
                </p:stCondLst>
                <p:endSync evt="end" delay="0">
                  <p:rtn val="all"/>
                </p:endSync>
                <p:childTnLst>
                  <p:par>
                    <p:cTn id="18" fill="hold">
                      <p:stCondLst>
                        <p:cond delay="0"/>
                      </p:stCondLst>
                      <p:childTnLst>
                        <p:par>
                          <p:cTn id="19" fill="hold">
                            <p:stCondLst>
                              <p:cond delay="0"/>
                            </p:stCondLst>
                            <p:childTnLst>
                              <p:par>
                                <p:cTn id="20" presetID="2" presetClass="mediacall" presetSubtype="0" fill="hold" nodeType="clickEffect">
                                  <p:stCondLst>
                                    <p:cond delay="0"/>
                                  </p:stCondLst>
                                  <p:childTnLst>
                                    <p:cmd type="call" cmd="togglePause">
                                      <p:cBhvr>
                                        <p:cTn id="21" dur="1" fill="hold"/>
                                        <p:tgtEl>
                                          <p:spTgt spid="6"/>
                                        </p:tgtEl>
                                      </p:cBhvr>
                                    </p:cmd>
                                  </p:childTnLst>
                                </p:cTn>
                              </p:par>
                            </p:childTnLst>
                          </p:cTn>
                        </p:par>
                      </p:childTnLst>
                    </p:cTn>
                  </p:par>
                </p:childTnLst>
              </p:cTn>
              <p:nextCondLst>
                <p:cond evt="onClick" delay="0">
                  <p:tgtEl>
                    <p:spTgt spid="6"/>
                  </p:tgtEl>
                </p:cond>
              </p:nextCondLst>
            </p:seq>
          </p:childTnLst>
        </p:cTn>
      </p:par>
    </p:tnLst>
    <p:bldLst>
      <p:bldP spid="3"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081DB-43F4-AD7C-A022-D473943EAD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83AFE-A07D-1EDB-3A24-62C455E3DF26}"/>
              </a:ext>
            </a:extLst>
          </p:cNvPr>
          <p:cNvSpPr>
            <a:spLocks noGrp="1"/>
          </p:cNvSpPr>
          <p:nvPr>
            <p:ph type="title"/>
          </p:nvPr>
        </p:nvSpPr>
        <p:spPr/>
        <p:txBody>
          <a:bodyPr>
            <a:normAutofit fontScale="90000"/>
          </a:bodyPr>
          <a:lstStyle/>
          <a:p>
            <a:r>
              <a:rPr lang="en-US" dirty="0"/>
              <a:t>Tools:</a:t>
            </a:r>
            <a:br>
              <a:rPr lang="en-US" dirty="0"/>
            </a:br>
            <a:endParaRPr lang="en-US" dirty="0"/>
          </a:p>
        </p:txBody>
      </p:sp>
      <p:sp>
        <p:nvSpPr>
          <p:cNvPr id="3" name="Text Placeholder 2">
            <a:extLst>
              <a:ext uri="{FF2B5EF4-FFF2-40B4-BE49-F238E27FC236}">
                <a16:creationId xmlns:a16="http://schemas.microsoft.com/office/drawing/2014/main" id="{13D4A8FD-C8EA-3D76-ABA9-F13B36A99BA6}"/>
              </a:ext>
            </a:extLst>
          </p:cNvPr>
          <p:cNvSpPr>
            <a:spLocks noGrp="1"/>
          </p:cNvSpPr>
          <p:nvPr>
            <p:ph type="body" sz="quarter" idx="12"/>
          </p:nvPr>
        </p:nvSpPr>
        <p:spPr>
          <a:xfrm>
            <a:off x="414780" y="1820530"/>
            <a:ext cx="5533534" cy="3535052"/>
          </a:xfrm>
        </p:spPr>
        <p:txBody>
          <a:bodyPr>
            <a:normAutofit fontScale="77500" lnSpcReduction="20000"/>
          </a:bodyPr>
          <a:lstStyle/>
          <a:p>
            <a:pPr algn="l"/>
            <a:endParaRPr lang="en-US" dirty="0"/>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sz="3500" dirty="0"/>
              <a:t>I will be using R for the first part of my project due to its statistical analysis and easy data visualization. </a:t>
            </a:r>
          </a:p>
          <a:p>
            <a:pPr marL="342900" indent="-342900" algn="l">
              <a:buFont typeface="Arial" panose="020B0604020202020204" pitchFamily="34" charset="0"/>
              <a:buChar char="•"/>
            </a:pPr>
            <a:r>
              <a:rPr lang="en-US" sz="3500" dirty="0"/>
              <a:t>The other program I will be using is Tableau to create the GIS map for my project and a dashboard. </a:t>
            </a:r>
          </a:p>
          <a:p>
            <a:pPr marL="342900" indent="-342900" algn="l">
              <a:buFont typeface="Arial" panose="020B0604020202020204" pitchFamily="34" charset="0"/>
              <a:buChar char="•"/>
            </a:pPr>
            <a:endParaRPr lang="en-US" dirty="0"/>
          </a:p>
        </p:txBody>
      </p:sp>
      <p:pic>
        <p:nvPicPr>
          <p:cNvPr id="8" name="Picture Placeholder 7">
            <a:extLst>
              <a:ext uri="{FF2B5EF4-FFF2-40B4-BE49-F238E27FC236}">
                <a16:creationId xmlns:a16="http://schemas.microsoft.com/office/drawing/2014/main" id="{5E9018DD-D7BE-DC90-5971-13C482D1828D}"/>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l="21863" r="21863"/>
          <a:stretch>
            <a:fillRect/>
          </a:stretch>
        </p:blipFill>
        <p:spPr/>
      </p:pic>
      <p:sp>
        <p:nvSpPr>
          <p:cNvPr id="7" name="Slide Number Placeholder 6">
            <a:extLst>
              <a:ext uri="{FF2B5EF4-FFF2-40B4-BE49-F238E27FC236}">
                <a16:creationId xmlns:a16="http://schemas.microsoft.com/office/drawing/2014/main" id="{5AC800DA-747C-7B37-52A7-026A472AF539}"/>
              </a:ext>
            </a:extLst>
          </p:cNvPr>
          <p:cNvSpPr>
            <a:spLocks noGrp="1"/>
          </p:cNvSpPr>
          <p:nvPr>
            <p:ph type="sldNum" sz="quarter" idx="15"/>
          </p:nvPr>
        </p:nvSpPr>
        <p:spPr/>
        <p:txBody>
          <a:bodyPr/>
          <a:lstStyle/>
          <a:p>
            <a:fld id="{1621B6DD-29C1-4FEA-923F-71EA1347694C}" type="slidenum">
              <a:rPr lang="en-US" smtClean="0"/>
              <a:pPr/>
              <a:t>5</a:t>
            </a:fld>
            <a:endParaRPr lang="en-US" dirty="0"/>
          </a:p>
        </p:txBody>
      </p:sp>
    </p:spTree>
    <p:extLst>
      <p:ext uri="{BB962C8B-B14F-4D97-AF65-F5344CB8AC3E}">
        <p14:creationId xmlns:p14="http://schemas.microsoft.com/office/powerpoint/2010/main" val="797288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EDCDF-E5A6-4B06-3C33-448456AD9810}"/>
            </a:ext>
          </a:extLst>
        </p:cNvPr>
        <p:cNvGrpSpPr/>
        <p:nvPr/>
      </p:nvGrpSpPr>
      <p:grpSpPr>
        <a:xfrm>
          <a:off x="0" y="0"/>
          <a:ext cx="0" cy="0"/>
          <a:chOff x="0" y="0"/>
          <a:chExt cx="0" cy="0"/>
        </a:xfrm>
      </p:grpSpPr>
      <p:sp>
        <p:nvSpPr>
          <p:cNvPr id="71" name="Title 70">
            <a:extLst>
              <a:ext uri="{FF2B5EF4-FFF2-40B4-BE49-F238E27FC236}">
                <a16:creationId xmlns:a16="http://schemas.microsoft.com/office/drawing/2014/main" id="{14E6A0EA-C7EB-9EF9-830F-8799E6EC4DFE}"/>
              </a:ext>
            </a:extLst>
          </p:cNvPr>
          <p:cNvSpPr>
            <a:spLocks noGrp="1"/>
          </p:cNvSpPr>
          <p:nvPr>
            <p:ph type="title"/>
          </p:nvPr>
        </p:nvSpPr>
        <p:spPr>
          <a:xfrm>
            <a:off x="182672" y="89529"/>
            <a:ext cx="6833739" cy="1477328"/>
          </a:xfrm>
        </p:spPr>
        <p:txBody>
          <a:bodyPr/>
          <a:lstStyle/>
          <a:p>
            <a:r>
              <a:rPr lang="en-US" dirty="0"/>
              <a:t>Summary of data cleaning/pre-processing: </a:t>
            </a:r>
          </a:p>
        </p:txBody>
      </p:sp>
      <p:sp>
        <p:nvSpPr>
          <p:cNvPr id="3" name="Text Placeholder 2">
            <a:extLst>
              <a:ext uri="{FF2B5EF4-FFF2-40B4-BE49-F238E27FC236}">
                <a16:creationId xmlns:a16="http://schemas.microsoft.com/office/drawing/2014/main" id="{6E4C3ACC-3AE5-729A-1171-D2A382125879}"/>
              </a:ext>
            </a:extLst>
          </p:cNvPr>
          <p:cNvSpPr>
            <a:spLocks noGrp="1"/>
          </p:cNvSpPr>
          <p:nvPr>
            <p:ph type="body" sz="quarter" idx="14"/>
          </p:nvPr>
        </p:nvSpPr>
        <p:spPr>
          <a:xfrm>
            <a:off x="182671" y="1382102"/>
            <a:ext cx="4981575" cy="3557359"/>
          </a:xfrm>
        </p:spPr>
        <p:txBody>
          <a:bodyPr>
            <a:normAutofit/>
          </a:bodyPr>
          <a:lstStyle/>
          <a:p>
            <a:pPr lvl="0" eaLnBrk="0" fontAlgn="base" hangingPunct="0">
              <a:lnSpc>
                <a:spcPct val="100000"/>
              </a:lnSpc>
              <a:spcBef>
                <a:spcPct val="0"/>
              </a:spcBef>
              <a:spcAft>
                <a:spcPct val="0"/>
              </a:spcAft>
              <a:buClrTx/>
            </a:pPr>
            <a:endParaRPr lang="en-US" altLang="en-US" sz="9600" dirty="0">
              <a:latin typeface="Arial" panose="020B0604020202020204" pitchFamily="34" charset="0"/>
            </a:endParaRPr>
          </a:p>
          <a:p>
            <a:endParaRPr lang="en-US" dirty="0"/>
          </a:p>
        </p:txBody>
      </p:sp>
      <p:sp>
        <p:nvSpPr>
          <p:cNvPr id="10" name="Slide Number Placeholder 9">
            <a:extLst>
              <a:ext uri="{FF2B5EF4-FFF2-40B4-BE49-F238E27FC236}">
                <a16:creationId xmlns:a16="http://schemas.microsoft.com/office/drawing/2014/main" id="{DE731482-8258-CC84-DC0C-54251A3BD24E}"/>
              </a:ext>
            </a:extLst>
          </p:cNvPr>
          <p:cNvSpPr>
            <a:spLocks noGrp="1"/>
          </p:cNvSpPr>
          <p:nvPr>
            <p:ph type="sldNum" sz="quarter" idx="16"/>
          </p:nvPr>
        </p:nvSpPr>
        <p:spPr/>
        <p:txBody>
          <a:bodyPr/>
          <a:lstStyle/>
          <a:p>
            <a:fld id="{1621B6DD-29C1-4FEA-923F-71EA1347694C}" type="slidenum">
              <a:rPr lang="en-US" smtClean="0"/>
              <a:pPr/>
              <a:t>6</a:t>
            </a:fld>
            <a:endParaRPr lang="en-US" dirty="0"/>
          </a:p>
        </p:txBody>
      </p:sp>
      <p:sp>
        <p:nvSpPr>
          <p:cNvPr id="2" name="TextBox 1">
            <a:extLst>
              <a:ext uri="{FF2B5EF4-FFF2-40B4-BE49-F238E27FC236}">
                <a16:creationId xmlns:a16="http://schemas.microsoft.com/office/drawing/2014/main" id="{CE5576F1-4F58-1CFB-9C3E-714C7B7BF359}"/>
              </a:ext>
            </a:extLst>
          </p:cNvPr>
          <p:cNvSpPr txBox="1"/>
          <p:nvPr/>
        </p:nvSpPr>
        <p:spPr>
          <a:xfrm>
            <a:off x="65988" y="1699823"/>
            <a:ext cx="11538408" cy="4154984"/>
          </a:xfrm>
          <a:prstGeom prst="rect">
            <a:avLst/>
          </a:prstGeom>
          <a:noFill/>
        </p:spPr>
        <p:txBody>
          <a:bodyPr wrap="square" rtlCol="0">
            <a:spAutoFit/>
          </a:bodyPr>
          <a:lstStyle/>
          <a:p>
            <a:endParaRPr lang="en-US" dirty="0"/>
          </a:p>
          <a:p>
            <a:pPr marL="285750" indent="-285750">
              <a:buFont typeface="Arial" panose="020B0604020202020204" pitchFamily="34" charset="0"/>
              <a:buChar char="•"/>
            </a:pPr>
            <a:r>
              <a:rPr lang="en-US" sz="2800" dirty="0"/>
              <a:t>The cleaning was fairly simple: </a:t>
            </a:r>
          </a:p>
          <a:p>
            <a:pPr marL="742950" lvl="1" indent="-285750">
              <a:buFont typeface="Arial" panose="020B0604020202020204" pitchFamily="34" charset="0"/>
              <a:buChar char="•"/>
            </a:pPr>
            <a:r>
              <a:rPr lang="en-US" dirty="0"/>
              <a:t>involving renaming columns, which required the removal of periods and underscores. </a:t>
            </a:r>
          </a:p>
          <a:p>
            <a:pPr marL="742950" lvl="1" indent="-285750">
              <a:buFont typeface="Arial" panose="020B0604020202020204" pitchFamily="34" charset="0"/>
              <a:buChar char="•"/>
            </a:pPr>
            <a:r>
              <a:rPr lang="en-US" dirty="0"/>
              <a:t>Creating a Year/month variable</a:t>
            </a:r>
          </a:p>
          <a:p>
            <a:pPr marL="742950" lvl="1" indent="-285750">
              <a:buFont typeface="Arial" panose="020B0604020202020204" pitchFamily="34" charset="0"/>
              <a:buChar char="•"/>
            </a:pPr>
            <a:r>
              <a:rPr lang="en-US" dirty="0"/>
              <a:t>Creating mini </a:t>
            </a:r>
            <a:r>
              <a:rPr lang="en-US" dirty="0" err="1"/>
              <a:t>dataframes</a:t>
            </a:r>
            <a:r>
              <a:rPr lang="en-US" dirty="0"/>
              <a:t> before every graph so as not to affect the main combined datasets</a:t>
            </a:r>
          </a:p>
          <a:p>
            <a:pPr lvl="1"/>
            <a:endParaRPr lang="en-US" dirty="0"/>
          </a:p>
          <a:p>
            <a:pPr lvl="1"/>
            <a:endParaRPr lang="en-US" dirty="0"/>
          </a:p>
          <a:p>
            <a:pPr lvl="1"/>
            <a:r>
              <a:rPr lang="en-US" sz="2800" dirty="0"/>
              <a:t>Tricky Cleaning:</a:t>
            </a:r>
          </a:p>
          <a:p>
            <a:pPr lvl="1"/>
            <a:r>
              <a:rPr lang="en-US" dirty="0"/>
              <a:t>The arrival and departure dates are set to POSIT time variables, and the </a:t>
            </a:r>
            <a:r>
              <a:rPr lang="en-US" dirty="0" err="1"/>
              <a:t>difftime</a:t>
            </a:r>
            <a:r>
              <a:rPr lang="en-US" dirty="0"/>
              <a:t> function is used to compute the difference between them in days.</a:t>
            </a:r>
          </a:p>
          <a:p>
            <a:pPr lvl="1"/>
            <a:endParaRPr lang="en-US" dirty="0"/>
          </a:p>
          <a:p>
            <a:pPr marL="742950" lvl="1" indent="-285750">
              <a:buFont typeface="Arial" panose="020B0604020202020204" pitchFamily="34" charset="0"/>
              <a:buChar char="•"/>
            </a:pPr>
            <a:endParaRPr lang="en-US" dirty="0"/>
          </a:p>
          <a:p>
            <a:endParaRPr lang="en-US" sz="2800" dirty="0"/>
          </a:p>
        </p:txBody>
      </p:sp>
    </p:spTree>
    <p:extLst>
      <p:ext uri="{BB962C8B-B14F-4D97-AF65-F5344CB8AC3E}">
        <p14:creationId xmlns:p14="http://schemas.microsoft.com/office/powerpoint/2010/main" val="134730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1D2AB-09F8-8082-075B-95CF06FBF061}"/>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19573AD0-69A6-2124-D858-C9F6B49494D4}"/>
              </a:ext>
            </a:extLst>
          </p:cNvPr>
          <p:cNvSpPr>
            <a:spLocks noGrp="1"/>
          </p:cNvSpPr>
          <p:nvPr>
            <p:ph type="title"/>
          </p:nvPr>
        </p:nvSpPr>
        <p:spPr>
          <a:xfrm>
            <a:off x="731839" y="354918"/>
            <a:ext cx="10728322" cy="788666"/>
          </a:xfrm>
        </p:spPr>
        <p:txBody>
          <a:bodyPr anchor="ctr">
            <a:normAutofit fontScale="90000"/>
          </a:bodyPr>
          <a:lstStyle/>
          <a:p>
            <a:r>
              <a:rPr lang="en-US" sz="3100" dirty="0"/>
              <a:t>Age Group for all </a:t>
            </a:r>
            <a:r>
              <a:rPr lang="en-US" sz="3100" dirty="0" err="1"/>
              <a:t>Euthanization</a:t>
            </a:r>
            <a:r>
              <a:rPr lang="en-US" sz="3100" dirty="0"/>
              <a:t> Chart: Does age affect the likelihood of </a:t>
            </a:r>
            <a:r>
              <a:rPr lang="en-US" sz="3100" dirty="0" err="1"/>
              <a:t>Euthanization</a:t>
            </a:r>
            <a:r>
              <a:rPr lang="en-US" sz="3100" dirty="0"/>
              <a:t>?​</a:t>
            </a:r>
            <a:br>
              <a:rPr lang="en-US" b="1" dirty="0"/>
            </a:br>
            <a:endParaRPr lang="en-US" dirty="0"/>
          </a:p>
        </p:txBody>
      </p:sp>
      <p:sp>
        <p:nvSpPr>
          <p:cNvPr id="26" name="Slide Number Placeholder 25">
            <a:extLst>
              <a:ext uri="{FF2B5EF4-FFF2-40B4-BE49-F238E27FC236}">
                <a16:creationId xmlns:a16="http://schemas.microsoft.com/office/drawing/2014/main" id="{4FA73E9F-AA4C-4281-D3FF-39A0E0855741}"/>
              </a:ext>
            </a:extLst>
          </p:cNvPr>
          <p:cNvSpPr>
            <a:spLocks noGrp="1"/>
          </p:cNvSpPr>
          <p:nvPr>
            <p:ph type="sldNum" sz="quarter" idx="16"/>
          </p:nvPr>
        </p:nvSpPr>
        <p:spPr/>
        <p:txBody>
          <a:bodyPr/>
          <a:lstStyle/>
          <a:p>
            <a:fld id="{1621B6DD-29C1-4FEA-923F-71EA1347694C}" type="slidenum">
              <a:rPr lang="en-US" smtClean="0"/>
              <a:pPr/>
              <a:t>7</a:t>
            </a:fld>
            <a:endParaRPr lang="en-US" dirty="0"/>
          </a:p>
        </p:txBody>
      </p:sp>
      <p:sp>
        <p:nvSpPr>
          <p:cNvPr id="6" name="TextBox 5">
            <a:extLst>
              <a:ext uri="{FF2B5EF4-FFF2-40B4-BE49-F238E27FC236}">
                <a16:creationId xmlns:a16="http://schemas.microsoft.com/office/drawing/2014/main" id="{6E4726E1-FF3F-F4AF-AB82-47827F0E5C90}"/>
              </a:ext>
            </a:extLst>
          </p:cNvPr>
          <p:cNvSpPr txBox="1"/>
          <p:nvPr/>
        </p:nvSpPr>
        <p:spPr>
          <a:xfrm>
            <a:off x="298206" y="5410986"/>
            <a:ext cx="11749250" cy="1477328"/>
          </a:xfrm>
          <a:prstGeom prst="rect">
            <a:avLst/>
          </a:prstGeom>
          <a:noFill/>
        </p:spPr>
        <p:txBody>
          <a:bodyPr wrap="square" rtlCol="0">
            <a:spAutoFit/>
          </a:bodyPr>
          <a:lstStyle/>
          <a:p>
            <a:pPr marL="285750" indent="-285750">
              <a:buFont typeface="Arial" panose="020B0604020202020204" pitchFamily="34" charset="0"/>
              <a:buChar char="•"/>
            </a:pPr>
            <a:r>
              <a:rPr lang="en-US" b="1" dirty="0"/>
              <a:t>Dogs account for the highest euthanasia counts</a:t>
            </a:r>
            <a:r>
              <a:rPr lang="en-US" dirty="0"/>
              <a:t> across nearly all age groups, especially in the 1–3 and 3–7 ranges.</a:t>
            </a:r>
          </a:p>
          <a:p>
            <a:pPr marL="285750" indent="-285750">
              <a:buFont typeface="Arial" panose="020B0604020202020204" pitchFamily="34" charset="0"/>
              <a:buChar char="•"/>
            </a:pPr>
            <a:r>
              <a:rPr lang="en-US" b="1" dirty="0"/>
              <a:t>Cats are the second highest</a:t>
            </a:r>
            <a:r>
              <a:rPr lang="en-US" dirty="0"/>
              <a:t>, with notable counts in younger and oldest age groups (1–3 and 10+).</a:t>
            </a:r>
          </a:p>
          <a:p>
            <a:pPr marL="285750" indent="-285750">
              <a:buFont typeface="Arial" panose="020B0604020202020204" pitchFamily="34" charset="0"/>
              <a:buChar char="•"/>
            </a:pPr>
            <a:r>
              <a:rPr lang="en-US" b="1" dirty="0"/>
              <a:t>Middle-aged animals (1–7 years)</a:t>
            </a:r>
            <a:r>
              <a:rPr lang="en-US" dirty="0"/>
              <a:t> have the highest euthanasia numbers overall compared to very young or older groups.</a:t>
            </a:r>
            <a:endParaRPr lang="en-US" b="1" dirty="0"/>
          </a:p>
        </p:txBody>
      </p:sp>
      <p:pic>
        <p:nvPicPr>
          <p:cNvPr id="3" name="Picture 2">
            <a:extLst>
              <a:ext uri="{FF2B5EF4-FFF2-40B4-BE49-F238E27FC236}">
                <a16:creationId xmlns:a16="http://schemas.microsoft.com/office/drawing/2014/main" id="{7E625C9A-057F-6346-C157-2B04CB7FBF5C}"/>
              </a:ext>
            </a:extLst>
          </p:cNvPr>
          <p:cNvPicPr>
            <a:picLocks noChangeAspect="1"/>
          </p:cNvPicPr>
          <p:nvPr/>
        </p:nvPicPr>
        <p:blipFill>
          <a:blip r:embed="rId3"/>
          <a:stretch>
            <a:fillRect/>
          </a:stretch>
        </p:blipFill>
        <p:spPr>
          <a:xfrm>
            <a:off x="2269686" y="1002056"/>
            <a:ext cx="6921448" cy="4162840"/>
          </a:xfrm>
          <a:prstGeom prst="rect">
            <a:avLst/>
          </a:prstGeom>
        </p:spPr>
      </p:pic>
    </p:spTree>
    <p:extLst>
      <p:ext uri="{BB962C8B-B14F-4D97-AF65-F5344CB8AC3E}">
        <p14:creationId xmlns:p14="http://schemas.microsoft.com/office/powerpoint/2010/main" val="3856807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AF0F3-F870-5C45-CE61-288195D4812E}"/>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A6958A09-560C-AA87-0392-F672BD6802CB}"/>
              </a:ext>
            </a:extLst>
          </p:cNvPr>
          <p:cNvSpPr>
            <a:spLocks noGrp="1"/>
          </p:cNvSpPr>
          <p:nvPr>
            <p:ph type="title"/>
          </p:nvPr>
        </p:nvSpPr>
        <p:spPr>
          <a:xfrm>
            <a:off x="559017" y="640344"/>
            <a:ext cx="10728322" cy="788666"/>
          </a:xfrm>
        </p:spPr>
        <p:txBody>
          <a:bodyPr anchor="ctr">
            <a:normAutofit fontScale="90000"/>
          </a:bodyPr>
          <a:lstStyle/>
          <a:p>
            <a:r>
              <a:rPr lang="en-US" sz="4000" dirty="0">
                <a:ea typeface="SimSun" panose="02010600030101010101" pitchFamily="2" charset="-122"/>
                <a:cs typeface="Arial"/>
              </a:rPr>
              <a:t>What breeds are most frequently impounded?</a:t>
            </a:r>
            <a:r>
              <a:rPr lang="en-US" dirty="0">
                <a:ea typeface="Arial"/>
                <a:cs typeface="Arial"/>
              </a:rPr>
              <a:t>​</a:t>
            </a:r>
            <a:br>
              <a:rPr lang="en-US" dirty="0">
                <a:ea typeface="Arial"/>
                <a:cs typeface="Arial"/>
              </a:rPr>
            </a:br>
            <a:r>
              <a:rPr lang="en-US" sz="3100" dirty="0"/>
              <a:t>​</a:t>
            </a:r>
            <a:br>
              <a:rPr lang="en-US" b="1" dirty="0"/>
            </a:br>
            <a:endParaRPr lang="en-US" dirty="0"/>
          </a:p>
        </p:txBody>
      </p:sp>
      <p:sp>
        <p:nvSpPr>
          <p:cNvPr id="26" name="Slide Number Placeholder 25">
            <a:extLst>
              <a:ext uri="{FF2B5EF4-FFF2-40B4-BE49-F238E27FC236}">
                <a16:creationId xmlns:a16="http://schemas.microsoft.com/office/drawing/2014/main" id="{D532702B-4EB0-0AA1-FA17-921B2E191F94}"/>
              </a:ext>
            </a:extLst>
          </p:cNvPr>
          <p:cNvSpPr>
            <a:spLocks noGrp="1"/>
          </p:cNvSpPr>
          <p:nvPr>
            <p:ph type="sldNum" sz="quarter" idx="16"/>
          </p:nvPr>
        </p:nvSpPr>
        <p:spPr/>
        <p:txBody>
          <a:bodyPr/>
          <a:lstStyle/>
          <a:p>
            <a:fld id="{1621B6DD-29C1-4FEA-923F-71EA1347694C}" type="slidenum">
              <a:rPr lang="en-US" smtClean="0"/>
              <a:pPr/>
              <a:t>8</a:t>
            </a:fld>
            <a:endParaRPr lang="en-US" dirty="0"/>
          </a:p>
        </p:txBody>
      </p:sp>
      <p:sp>
        <p:nvSpPr>
          <p:cNvPr id="6" name="TextBox 5">
            <a:extLst>
              <a:ext uri="{FF2B5EF4-FFF2-40B4-BE49-F238E27FC236}">
                <a16:creationId xmlns:a16="http://schemas.microsoft.com/office/drawing/2014/main" id="{0234D6B6-9C75-4E57-724C-4BE31637085B}"/>
              </a:ext>
            </a:extLst>
          </p:cNvPr>
          <p:cNvSpPr txBox="1"/>
          <p:nvPr/>
        </p:nvSpPr>
        <p:spPr>
          <a:xfrm>
            <a:off x="221375" y="5038556"/>
            <a:ext cx="11749250" cy="1477328"/>
          </a:xfrm>
          <a:prstGeom prst="rect">
            <a:avLst/>
          </a:prstGeom>
          <a:noFill/>
        </p:spPr>
        <p:txBody>
          <a:bodyPr wrap="square" rtlCol="0">
            <a:spAutoFit/>
          </a:bodyPr>
          <a:lstStyle/>
          <a:p>
            <a:r>
              <a:rPr lang="en-US" b="1" dirty="0"/>
              <a:t>The left graph shows that the most common breed is the domestic shorthair, and the pitbull comes second, and then third, the domestic medium hair. </a:t>
            </a:r>
          </a:p>
          <a:p>
            <a:endParaRPr lang="en-US" b="1" dirty="0"/>
          </a:p>
          <a:p>
            <a:r>
              <a:rPr lang="en-US" b="1" dirty="0"/>
              <a:t>However, the graph on the right shows the most adopted breeds which the domestic short and medium hair at the bottom of the top 10, and the breed pitbull isn’t seen in the top 10, even though it has high impounded numbers</a:t>
            </a:r>
          </a:p>
        </p:txBody>
      </p:sp>
      <p:pic>
        <p:nvPicPr>
          <p:cNvPr id="3" name="Picture 2">
            <a:extLst>
              <a:ext uri="{FF2B5EF4-FFF2-40B4-BE49-F238E27FC236}">
                <a16:creationId xmlns:a16="http://schemas.microsoft.com/office/drawing/2014/main" id="{CCE74D20-1877-6404-F1A0-550C6E8F9218}"/>
              </a:ext>
            </a:extLst>
          </p:cNvPr>
          <p:cNvPicPr>
            <a:picLocks noChangeAspect="1"/>
          </p:cNvPicPr>
          <p:nvPr/>
        </p:nvPicPr>
        <p:blipFill>
          <a:blip r:embed="rId3"/>
          <a:stretch>
            <a:fillRect/>
          </a:stretch>
        </p:blipFill>
        <p:spPr>
          <a:xfrm>
            <a:off x="112820" y="1234960"/>
            <a:ext cx="6060011" cy="3403030"/>
          </a:xfrm>
          <a:prstGeom prst="rect">
            <a:avLst/>
          </a:prstGeom>
        </p:spPr>
      </p:pic>
      <p:pic>
        <p:nvPicPr>
          <p:cNvPr id="5" name="Picture 4">
            <a:extLst>
              <a:ext uri="{FF2B5EF4-FFF2-40B4-BE49-F238E27FC236}">
                <a16:creationId xmlns:a16="http://schemas.microsoft.com/office/drawing/2014/main" id="{618562DA-A954-8C5F-C9F2-E0A0E3470CF5}"/>
              </a:ext>
            </a:extLst>
          </p:cNvPr>
          <p:cNvPicPr>
            <a:picLocks noChangeAspect="1"/>
          </p:cNvPicPr>
          <p:nvPr/>
        </p:nvPicPr>
        <p:blipFill>
          <a:blip r:embed="rId4"/>
          <a:stretch>
            <a:fillRect/>
          </a:stretch>
        </p:blipFill>
        <p:spPr>
          <a:xfrm>
            <a:off x="6268823" y="1234960"/>
            <a:ext cx="5514681" cy="3363243"/>
          </a:xfrm>
          <a:prstGeom prst="rect">
            <a:avLst/>
          </a:prstGeom>
        </p:spPr>
      </p:pic>
    </p:spTree>
    <p:extLst>
      <p:ext uri="{BB962C8B-B14F-4D97-AF65-F5344CB8AC3E}">
        <p14:creationId xmlns:p14="http://schemas.microsoft.com/office/powerpoint/2010/main" val="1862072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22200-5475-FB30-6502-95764951A6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64F3AB-D602-7717-BCE2-4D5A6CA54498}"/>
              </a:ext>
            </a:extLst>
          </p:cNvPr>
          <p:cNvSpPr>
            <a:spLocks noGrp="1"/>
          </p:cNvSpPr>
          <p:nvPr>
            <p:ph type="title"/>
          </p:nvPr>
        </p:nvSpPr>
        <p:spPr/>
        <p:txBody>
          <a:bodyPr>
            <a:normAutofit fontScale="90000"/>
          </a:bodyPr>
          <a:lstStyle/>
          <a:p>
            <a:r>
              <a:rPr lang="en-US" dirty="0"/>
              <a:t>Tableau Dashboard Demo:</a:t>
            </a:r>
            <a:br>
              <a:rPr lang="en-US" dirty="0"/>
            </a:br>
            <a:endParaRPr lang="en-US" dirty="0"/>
          </a:p>
        </p:txBody>
      </p:sp>
      <p:sp>
        <p:nvSpPr>
          <p:cNvPr id="3" name="Text Placeholder 2">
            <a:extLst>
              <a:ext uri="{FF2B5EF4-FFF2-40B4-BE49-F238E27FC236}">
                <a16:creationId xmlns:a16="http://schemas.microsoft.com/office/drawing/2014/main" id="{9580AA7A-EB83-D95B-934E-397F79319E3F}"/>
              </a:ext>
            </a:extLst>
          </p:cNvPr>
          <p:cNvSpPr>
            <a:spLocks noGrp="1"/>
          </p:cNvSpPr>
          <p:nvPr>
            <p:ph type="body" sz="quarter" idx="12"/>
          </p:nvPr>
        </p:nvSpPr>
        <p:spPr/>
        <p:txBody>
          <a:bodyPr>
            <a:normAutofit/>
          </a:bodyPr>
          <a:lstStyle/>
          <a:p>
            <a:pPr algn="l"/>
            <a:r>
              <a:rPr lang="en-US" dirty="0"/>
              <a:t> The tableau link:</a:t>
            </a:r>
          </a:p>
          <a:p>
            <a:pPr algn="l"/>
            <a:r>
              <a:rPr lang="en-US" dirty="0"/>
              <a:t>	</a:t>
            </a:r>
            <a:r>
              <a:rPr lang="en-US" dirty="0">
                <a:hlinkClick r:id="rId2"/>
              </a:rPr>
              <a:t>https://public.tableau.com/app/profile/gabriel.castillo.lopez/viz/Update-AnimalShelterTableauMap/AnimalDashboard?publish=yes</a:t>
            </a:r>
            <a:r>
              <a:rPr lang="en-US" dirty="0"/>
              <a:t> </a:t>
            </a:r>
          </a:p>
        </p:txBody>
      </p:sp>
      <p:pic>
        <p:nvPicPr>
          <p:cNvPr id="8" name="Picture Placeholder 7">
            <a:extLst>
              <a:ext uri="{FF2B5EF4-FFF2-40B4-BE49-F238E27FC236}">
                <a16:creationId xmlns:a16="http://schemas.microsoft.com/office/drawing/2014/main" id="{D5A8E7EE-9616-F843-655A-8061B285470B}"/>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l="16204" r="16204"/>
          <a:stretch>
            <a:fillRect/>
          </a:stretch>
        </p:blipFill>
        <p:spPr/>
      </p:pic>
      <p:sp>
        <p:nvSpPr>
          <p:cNvPr id="7" name="Slide Number Placeholder 6">
            <a:extLst>
              <a:ext uri="{FF2B5EF4-FFF2-40B4-BE49-F238E27FC236}">
                <a16:creationId xmlns:a16="http://schemas.microsoft.com/office/drawing/2014/main" id="{413CFEC8-9B7D-7C67-F63B-C6B17A76CB65}"/>
              </a:ext>
            </a:extLst>
          </p:cNvPr>
          <p:cNvSpPr>
            <a:spLocks noGrp="1"/>
          </p:cNvSpPr>
          <p:nvPr>
            <p:ph type="sldNum" sz="quarter" idx="15"/>
          </p:nvPr>
        </p:nvSpPr>
        <p:spPr/>
        <p:txBody>
          <a:bodyPr/>
          <a:lstStyle/>
          <a:p>
            <a:fld id="{1621B6DD-29C1-4FEA-923F-71EA1347694C}" type="slidenum">
              <a:rPr lang="en-US" smtClean="0"/>
              <a:pPr/>
              <a:t>9</a:t>
            </a:fld>
            <a:endParaRPr lang="en-US" dirty="0"/>
          </a:p>
        </p:txBody>
      </p:sp>
    </p:spTree>
    <p:extLst>
      <p:ext uri="{BB962C8B-B14F-4D97-AF65-F5344CB8AC3E}">
        <p14:creationId xmlns:p14="http://schemas.microsoft.com/office/powerpoint/2010/main" val="1149989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1545C-2AF8-13FB-42C2-83C15E2AB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3815A3-F8AB-60DC-82FD-13D695C59491}"/>
              </a:ext>
            </a:extLst>
          </p:cNvPr>
          <p:cNvSpPr>
            <a:spLocks noGrp="1"/>
          </p:cNvSpPr>
          <p:nvPr>
            <p:ph type="title"/>
          </p:nvPr>
        </p:nvSpPr>
        <p:spPr>
          <a:xfrm>
            <a:off x="552450" y="974517"/>
            <a:ext cx="5158912" cy="1035050"/>
          </a:xfrm>
        </p:spPr>
        <p:txBody>
          <a:bodyPr>
            <a:normAutofit fontScale="90000"/>
          </a:bodyPr>
          <a:lstStyle/>
          <a:p>
            <a:r>
              <a:rPr lang="en-US" dirty="0"/>
              <a:t>Conclusion:</a:t>
            </a:r>
            <a:br>
              <a:rPr lang="en-US" dirty="0"/>
            </a:br>
            <a:endParaRPr lang="en-US" dirty="0"/>
          </a:p>
        </p:txBody>
      </p:sp>
      <p:sp>
        <p:nvSpPr>
          <p:cNvPr id="3" name="Text Placeholder 2">
            <a:extLst>
              <a:ext uri="{FF2B5EF4-FFF2-40B4-BE49-F238E27FC236}">
                <a16:creationId xmlns:a16="http://schemas.microsoft.com/office/drawing/2014/main" id="{5851B4DD-8B7C-2CFF-337E-46E2B0DF722D}"/>
              </a:ext>
            </a:extLst>
          </p:cNvPr>
          <p:cNvSpPr>
            <a:spLocks noGrp="1"/>
          </p:cNvSpPr>
          <p:nvPr>
            <p:ph type="body" sz="quarter" idx="12"/>
          </p:nvPr>
        </p:nvSpPr>
        <p:spPr>
          <a:xfrm>
            <a:off x="394198" y="1385740"/>
            <a:ext cx="5017149" cy="4253548"/>
          </a:xfrm>
        </p:spPr>
        <p:txBody>
          <a:bodyPr>
            <a:normAutofit fontScale="85000" lnSpcReduction="20000"/>
          </a:bodyPr>
          <a:lstStyle/>
          <a:p>
            <a:pPr marL="342900" indent="-342900" algn="l">
              <a:buFont typeface="Arial" panose="020B0604020202020204" pitchFamily="34" charset="0"/>
              <a:buChar char="•"/>
            </a:pPr>
            <a:r>
              <a:rPr lang="en-US" dirty="0"/>
              <a:t>The animals that are in the 3-7 age range are euthanized at a higher rate than their younger and older counterparts</a:t>
            </a:r>
          </a:p>
          <a:p>
            <a:pPr marL="342900" indent="-342900" algn="l">
              <a:buFont typeface="Arial" panose="020B0604020202020204" pitchFamily="34" charset="0"/>
              <a:buChar char="•"/>
            </a:pPr>
            <a:r>
              <a:rPr lang="en-US" dirty="0"/>
              <a:t>Dogs are also the number one animal euthanized across all age groups, and cats are trailing behind them.</a:t>
            </a:r>
          </a:p>
          <a:p>
            <a:pPr marL="342900" indent="-342900" algn="l">
              <a:buFont typeface="Arial" panose="020B0604020202020204" pitchFamily="34" charset="0"/>
              <a:buChar char="•"/>
            </a:pPr>
            <a:r>
              <a:rPr lang="en-US" dirty="0"/>
              <a:t> When the average stay of all euthanized animals is over the time of the average stay of all adopted animals, this is when the euthanized outcome peaks.</a:t>
            </a:r>
          </a:p>
          <a:p>
            <a:pPr marL="342900" indent="-342900" algn="l">
              <a:buFont typeface="Arial" panose="020B0604020202020204" pitchFamily="34" charset="0"/>
              <a:buChar char="•"/>
            </a:pPr>
            <a:r>
              <a:rPr lang="en-US" dirty="0"/>
              <a:t>Domestic Shorthair cats and Pit Bull Terriers are the most commonly impounded breeds. Pit Bulls are not among the breeds with the highest adoption rates due to their bad image and the jurisdiction against them in some counties.</a:t>
            </a:r>
          </a:p>
          <a:p>
            <a:pPr marL="342900" indent="-342900" algn="l">
              <a:buFont typeface="Arial" panose="020B0604020202020204" pitchFamily="34" charset="0"/>
              <a:buChar char="•"/>
            </a:pPr>
            <a:r>
              <a:rPr lang="en-US" dirty="0"/>
              <a:t> Hotspots of impounds are Silver Spring, Germantown, and Gaithersburg</a:t>
            </a:r>
          </a:p>
          <a:p>
            <a:pPr algn="l"/>
            <a:endParaRPr lang="en-US" dirty="0"/>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endParaRPr lang="en-US" dirty="0"/>
          </a:p>
        </p:txBody>
      </p:sp>
      <p:sp>
        <p:nvSpPr>
          <p:cNvPr id="7" name="Slide Number Placeholder 6">
            <a:extLst>
              <a:ext uri="{FF2B5EF4-FFF2-40B4-BE49-F238E27FC236}">
                <a16:creationId xmlns:a16="http://schemas.microsoft.com/office/drawing/2014/main" id="{5CBC72A6-2F79-8044-D30A-A566025AF88A}"/>
              </a:ext>
            </a:extLst>
          </p:cNvPr>
          <p:cNvSpPr>
            <a:spLocks noGrp="1"/>
          </p:cNvSpPr>
          <p:nvPr>
            <p:ph type="sldNum" sz="quarter" idx="15"/>
          </p:nvPr>
        </p:nvSpPr>
        <p:spPr/>
        <p:txBody>
          <a:bodyPr/>
          <a:lstStyle/>
          <a:p>
            <a:fld id="{1621B6DD-29C1-4FEA-923F-71EA1347694C}" type="slidenum">
              <a:rPr lang="en-US" smtClean="0"/>
              <a:pPr/>
              <a:t>10</a:t>
            </a:fld>
            <a:endParaRPr lang="en-US" dirty="0"/>
          </a:p>
        </p:txBody>
      </p:sp>
      <p:pic>
        <p:nvPicPr>
          <p:cNvPr id="9" name="Picture Placeholder 8">
            <a:extLst>
              <a:ext uri="{FF2B5EF4-FFF2-40B4-BE49-F238E27FC236}">
                <a16:creationId xmlns:a16="http://schemas.microsoft.com/office/drawing/2014/main" id="{C3581A83-0F62-F733-7426-B45F3F37C498}"/>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l="16217" r="16217"/>
          <a:stretch>
            <a:fillRect/>
          </a:stretch>
        </p:blipFill>
        <p:spPr/>
      </p:pic>
      <p:sp>
        <p:nvSpPr>
          <p:cNvPr id="10" name="TextBox 9">
            <a:extLst>
              <a:ext uri="{FF2B5EF4-FFF2-40B4-BE49-F238E27FC236}">
                <a16:creationId xmlns:a16="http://schemas.microsoft.com/office/drawing/2014/main" id="{081372AD-43D6-5C44-E910-BC4DE3EA3506}"/>
              </a:ext>
            </a:extLst>
          </p:cNvPr>
          <p:cNvSpPr txBox="1"/>
          <p:nvPr/>
        </p:nvSpPr>
        <p:spPr>
          <a:xfrm>
            <a:off x="6313088" y="5853401"/>
            <a:ext cx="5326462" cy="230832"/>
          </a:xfrm>
          <a:prstGeom prst="rect">
            <a:avLst/>
          </a:prstGeom>
          <a:noFill/>
        </p:spPr>
        <p:txBody>
          <a:bodyPr wrap="square" rtlCol="0">
            <a:spAutoFit/>
          </a:bodyPr>
          <a:lstStyle/>
          <a:p>
            <a:r>
              <a:rPr lang="en-US" sz="900">
                <a:hlinkClick r:id="rId3" tooltip="https://www.howmuchisit.org/how-much-does-a-pit-bull-cost/"/>
              </a:rPr>
              <a:t>This Photo</a:t>
            </a:r>
            <a:r>
              <a:rPr lang="en-US" sz="900"/>
              <a:t> by Unknown Author is licensed under </a:t>
            </a:r>
            <a:r>
              <a:rPr lang="en-US" sz="900">
                <a:hlinkClick r:id="rId4" tooltip="https://creativecommons.org/licenses/by/3.0/"/>
              </a:rPr>
              <a:t>CC BY</a:t>
            </a:r>
            <a:endParaRPr lang="en-US" sz="900"/>
          </a:p>
        </p:txBody>
      </p:sp>
    </p:spTree>
    <p:extLst>
      <p:ext uri="{BB962C8B-B14F-4D97-AF65-F5344CB8AC3E}">
        <p14:creationId xmlns:p14="http://schemas.microsoft.com/office/powerpoint/2010/main" val="2384699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7834C-D10C-28E4-5E74-C3D1569C4E54}"/>
              </a:ext>
            </a:extLst>
          </p:cNvPr>
          <p:cNvSpPr>
            <a:spLocks noGrp="1"/>
          </p:cNvSpPr>
          <p:nvPr>
            <p:ph type="title"/>
          </p:nvPr>
        </p:nvSpPr>
        <p:spPr>
          <a:xfrm>
            <a:off x="0" y="1210187"/>
            <a:ext cx="6497156" cy="1035050"/>
          </a:xfrm>
        </p:spPr>
        <p:txBody>
          <a:bodyPr>
            <a:normAutofit/>
          </a:bodyPr>
          <a:lstStyle/>
          <a:p>
            <a:r>
              <a:rPr lang="en-US" dirty="0"/>
              <a:t>Acknowledgements:</a:t>
            </a:r>
          </a:p>
        </p:txBody>
      </p:sp>
      <p:sp>
        <p:nvSpPr>
          <p:cNvPr id="3" name="Text Placeholder 2">
            <a:extLst>
              <a:ext uri="{FF2B5EF4-FFF2-40B4-BE49-F238E27FC236}">
                <a16:creationId xmlns:a16="http://schemas.microsoft.com/office/drawing/2014/main" id="{D0834430-55D1-4EFF-5E1B-F18A79895711}"/>
              </a:ext>
            </a:extLst>
          </p:cNvPr>
          <p:cNvSpPr>
            <a:spLocks noGrp="1"/>
          </p:cNvSpPr>
          <p:nvPr>
            <p:ph type="body" sz="quarter" idx="12"/>
          </p:nvPr>
        </p:nvSpPr>
        <p:spPr>
          <a:xfrm>
            <a:off x="648362" y="2717800"/>
            <a:ext cx="5130269" cy="3041977"/>
          </a:xfrm>
        </p:spPr>
        <p:txBody>
          <a:bodyPr>
            <a:normAutofit/>
          </a:bodyPr>
          <a:lstStyle/>
          <a:p>
            <a:pPr marL="342900" indent="-342900" algn="l">
              <a:buFont typeface="Arial" panose="020B0604020202020204" pitchFamily="34" charset="0"/>
              <a:buChar char="•"/>
            </a:pPr>
            <a:r>
              <a:rPr lang="en-US" sz="3600" dirty="0"/>
              <a:t>Professor, Lori Perine</a:t>
            </a:r>
          </a:p>
          <a:p>
            <a:pPr marL="342900" indent="-342900" algn="l">
              <a:buFont typeface="Arial" panose="020B0604020202020204" pitchFamily="34" charset="0"/>
              <a:buChar char="•"/>
            </a:pPr>
            <a:r>
              <a:rPr lang="en-US" sz="3600" dirty="0"/>
              <a:t>Victoria Liu </a:t>
            </a:r>
          </a:p>
          <a:p>
            <a:pPr marL="342900" indent="-342900" algn="l">
              <a:buFont typeface="Arial" panose="020B0604020202020204" pitchFamily="34" charset="0"/>
              <a:buChar char="•"/>
            </a:pPr>
            <a:r>
              <a:rPr lang="en-US" sz="3600" dirty="0"/>
              <a:t>Maria Anselmo</a:t>
            </a:r>
          </a:p>
        </p:txBody>
      </p:sp>
      <p:pic>
        <p:nvPicPr>
          <p:cNvPr id="8" name="Picture Placeholder 7">
            <a:extLst>
              <a:ext uri="{FF2B5EF4-FFF2-40B4-BE49-F238E27FC236}">
                <a16:creationId xmlns:a16="http://schemas.microsoft.com/office/drawing/2014/main" id="{3A25F4A8-C59A-6027-B638-8597A560659C}"/>
              </a:ext>
            </a:extLst>
          </p:cNvPr>
          <p:cNvPicPr>
            <a:picLocks noGrp="1" noChangeAspect="1"/>
          </p:cNvPicPr>
          <p:nvPr>
            <p:ph type="pic" sz="quarter" idx="10"/>
          </p:nvPr>
        </p:nvPicPr>
        <p:blipFill>
          <a:blip r:embed="rId2">
            <a:extLst>
              <a:ext uri="{837473B0-CC2E-450A-ABE3-18F120FF3D39}">
                <a1611:picAttrSrcUrl xmlns:a1611="http://schemas.microsoft.com/office/drawing/2016/11/main" r:id="rId3"/>
              </a:ext>
            </a:extLst>
          </a:blip>
          <a:srcRect l="18296" r="18296"/>
          <a:stretch>
            <a:fillRect/>
          </a:stretch>
        </p:blipFill>
        <p:spPr/>
      </p:pic>
      <p:sp>
        <p:nvSpPr>
          <p:cNvPr id="7" name="Slide Number Placeholder 6">
            <a:extLst>
              <a:ext uri="{FF2B5EF4-FFF2-40B4-BE49-F238E27FC236}">
                <a16:creationId xmlns:a16="http://schemas.microsoft.com/office/drawing/2014/main" id="{0E0028AA-F848-B539-B4AB-6728E4F35685}"/>
              </a:ext>
            </a:extLst>
          </p:cNvPr>
          <p:cNvSpPr>
            <a:spLocks noGrp="1"/>
          </p:cNvSpPr>
          <p:nvPr>
            <p:ph type="sldNum" sz="quarter" idx="15"/>
          </p:nvPr>
        </p:nvSpPr>
        <p:spPr/>
        <p:txBody>
          <a:bodyPr/>
          <a:lstStyle/>
          <a:p>
            <a:fld id="{1621B6DD-29C1-4FEA-923F-71EA1347694C}" type="slidenum">
              <a:rPr lang="en-US" smtClean="0"/>
              <a:pPr/>
              <a:t>11</a:t>
            </a:fld>
            <a:endParaRPr lang="en-US" dirty="0"/>
          </a:p>
        </p:txBody>
      </p:sp>
      <p:sp>
        <p:nvSpPr>
          <p:cNvPr id="11" name="TextBox 10">
            <a:extLst>
              <a:ext uri="{FF2B5EF4-FFF2-40B4-BE49-F238E27FC236}">
                <a16:creationId xmlns:a16="http://schemas.microsoft.com/office/drawing/2014/main" id="{598500F0-933D-41EE-9DCA-CC6310CCA938}"/>
              </a:ext>
            </a:extLst>
          </p:cNvPr>
          <p:cNvSpPr txBox="1"/>
          <p:nvPr/>
        </p:nvSpPr>
        <p:spPr>
          <a:xfrm>
            <a:off x="6313088" y="5853401"/>
            <a:ext cx="5326462" cy="230832"/>
          </a:xfrm>
          <a:prstGeom prst="rect">
            <a:avLst/>
          </a:prstGeom>
          <a:noFill/>
        </p:spPr>
        <p:txBody>
          <a:bodyPr wrap="square" rtlCol="0">
            <a:spAutoFit/>
          </a:bodyPr>
          <a:lstStyle/>
          <a:p>
            <a:r>
              <a:rPr lang="en-US" sz="900">
                <a:hlinkClick r:id="rId3" tooltip="https://www.flickr.com/photos/53911972@N03/4988877591"/>
              </a:rPr>
              <a:t>This Photo</a:t>
            </a:r>
            <a:r>
              <a:rPr lang="en-US" sz="900"/>
              <a:t> by Unknown Author is licensed under </a:t>
            </a:r>
            <a:r>
              <a:rPr lang="en-US" sz="900">
                <a:hlinkClick r:id="rId4" tooltip="https://creativecommons.org/licenses/by/3.0/"/>
              </a:rPr>
              <a:t>CC BY</a:t>
            </a:r>
            <a:endParaRPr lang="en-US" sz="900"/>
          </a:p>
        </p:txBody>
      </p:sp>
    </p:spTree>
    <p:extLst>
      <p:ext uri="{BB962C8B-B14F-4D97-AF65-F5344CB8AC3E}">
        <p14:creationId xmlns:p14="http://schemas.microsoft.com/office/powerpoint/2010/main" val="1249947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CF7AA-36A6-5003-2A2C-1A618EFB5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07E12-8C84-B590-EFE0-4A481CE0C0EA}"/>
              </a:ext>
            </a:extLst>
          </p:cNvPr>
          <p:cNvSpPr>
            <a:spLocks noGrp="1"/>
          </p:cNvSpPr>
          <p:nvPr>
            <p:ph type="title"/>
          </p:nvPr>
        </p:nvSpPr>
        <p:spPr>
          <a:xfrm>
            <a:off x="0" y="1210187"/>
            <a:ext cx="6497156" cy="1035050"/>
          </a:xfrm>
        </p:spPr>
        <p:txBody>
          <a:bodyPr>
            <a:normAutofit/>
          </a:bodyPr>
          <a:lstStyle/>
          <a:p>
            <a:r>
              <a:rPr lang="en-US" dirty="0"/>
              <a:t>References:</a:t>
            </a:r>
          </a:p>
        </p:txBody>
      </p:sp>
      <p:sp>
        <p:nvSpPr>
          <p:cNvPr id="3" name="Text Placeholder 2">
            <a:extLst>
              <a:ext uri="{FF2B5EF4-FFF2-40B4-BE49-F238E27FC236}">
                <a16:creationId xmlns:a16="http://schemas.microsoft.com/office/drawing/2014/main" id="{54A97AB5-E27A-9846-40A1-B9D315D5AAC1}"/>
              </a:ext>
            </a:extLst>
          </p:cNvPr>
          <p:cNvSpPr>
            <a:spLocks noGrp="1"/>
          </p:cNvSpPr>
          <p:nvPr>
            <p:ph type="body" sz="quarter" idx="12"/>
          </p:nvPr>
        </p:nvSpPr>
        <p:spPr>
          <a:xfrm>
            <a:off x="648362" y="2717800"/>
            <a:ext cx="5130269" cy="3041977"/>
          </a:xfrm>
        </p:spPr>
        <p:txBody>
          <a:bodyPr>
            <a:normAutofit fontScale="55000" lnSpcReduction="20000"/>
          </a:bodyPr>
          <a:lstStyle/>
          <a:p>
            <a:r>
              <a:rPr lang="en-US" dirty="0" err="1">
                <a:effectLst/>
              </a:rPr>
              <a:t>Leybengrub</a:t>
            </a:r>
            <a:r>
              <a:rPr lang="en-US" dirty="0">
                <a:effectLst/>
              </a:rPr>
              <a:t>, N. (2025, October 6). </a:t>
            </a:r>
            <a:r>
              <a:rPr lang="en-US" i="1" dirty="0">
                <a:effectLst/>
              </a:rPr>
              <a:t>Economic hardship drives overcrowding at Maryland’s animal shelters</a:t>
            </a:r>
            <a:r>
              <a:rPr lang="en-US" dirty="0">
                <a:effectLst/>
              </a:rPr>
              <a:t>. The Banner. </a:t>
            </a:r>
            <a:r>
              <a:rPr lang="en-US" u="sng" dirty="0">
                <a:effectLst/>
                <a:hlinkClick r:id="rId2"/>
              </a:rPr>
              <a:t>https://www.thebanner.com/community/local-news/housing-insecurity-animal-shelter-overcrowding-NDIV52NSC5DRHKDBUAUYF26HCM/</a:t>
            </a:r>
            <a:r>
              <a:rPr lang="en-US" dirty="0">
                <a:effectLst/>
              </a:rPr>
              <a:t> </a:t>
            </a:r>
          </a:p>
          <a:p>
            <a:r>
              <a:rPr lang="en-US" i="1" dirty="0">
                <a:effectLst/>
              </a:rPr>
              <a:t>Maryland demographics: Maryland Business Data</a:t>
            </a:r>
            <a:r>
              <a:rPr lang="en-US" dirty="0">
                <a:effectLst/>
              </a:rPr>
              <a:t>. business.maryland.gov. (2025, January 13). https://business.maryland.gov/plan-your-move/demographics/  </a:t>
            </a:r>
          </a:p>
          <a:p>
            <a:r>
              <a:rPr lang="en-US" dirty="0">
                <a:effectLst/>
              </a:rPr>
              <a:t>Montgomery County, M. (2026, May 10). </a:t>
            </a:r>
            <a:r>
              <a:rPr lang="en-US" i="1" dirty="0">
                <a:effectLst/>
              </a:rPr>
              <a:t>Oas - animal impound: Open Data Portal</a:t>
            </a:r>
            <a:r>
              <a:rPr lang="en-US" dirty="0">
                <a:effectLst/>
              </a:rPr>
              <a:t>. OAS - Animal Impound | Open Data Portal. https://data.montgomerycountymd.gov/Public-Safety/OAS-Animal-Impound/6nf9-ewgt/about_data </a:t>
            </a:r>
          </a:p>
          <a:p>
            <a:r>
              <a:rPr lang="en-US" dirty="0">
                <a:effectLst/>
              </a:rPr>
              <a:t>Montgomery County, M. (2026b, May 10). </a:t>
            </a:r>
            <a:r>
              <a:rPr lang="en-US" i="1" dirty="0">
                <a:effectLst/>
              </a:rPr>
              <a:t>Oas - Animal Shelter Pathway: Open data portal</a:t>
            </a:r>
            <a:r>
              <a:rPr lang="en-US" dirty="0">
                <a:effectLst/>
              </a:rPr>
              <a:t>. OAS - Animal Shelter Pathway | Open Data Portal. https://data.montgomerycountymd.gov/Public-Safety/OAS-Animal-Shelter-Pathway/hsz7-ef2y/about_data </a:t>
            </a:r>
          </a:p>
          <a:p>
            <a:pPr marL="342900" indent="-342900" algn="l">
              <a:buFont typeface="Arial" panose="020B0604020202020204" pitchFamily="34" charset="0"/>
              <a:buChar char="•"/>
            </a:pPr>
            <a:endParaRPr lang="en-US" sz="3600" dirty="0"/>
          </a:p>
        </p:txBody>
      </p:sp>
      <p:sp>
        <p:nvSpPr>
          <p:cNvPr id="7" name="Slide Number Placeholder 6">
            <a:extLst>
              <a:ext uri="{FF2B5EF4-FFF2-40B4-BE49-F238E27FC236}">
                <a16:creationId xmlns:a16="http://schemas.microsoft.com/office/drawing/2014/main" id="{08B0830C-DC48-5733-E385-AAE61C220D83}"/>
              </a:ext>
            </a:extLst>
          </p:cNvPr>
          <p:cNvSpPr>
            <a:spLocks noGrp="1"/>
          </p:cNvSpPr>
          <p:nvPr>
            <p:ph type="sldNum" sz="quarter" idx="15"/>
          </p:nvPr>
        </p:nvSpPr>
        <p:spPr/>
        <p:txBody>
          <a:bodyPr/>
          <a:lstStyle/>
          <a:p>
            <a:fld id="{1621B6DD-29C1-4FEA-923F-71EA1347694C}" type="slidenum">
              <a:rPr lang="en-US" smtClean="0"/>
              <a:pPr/>
              <a:t>12</a:t>
            </a:fld>
            <a:endParaRPr lang="en-US" dirty="0"/>
          </a:p>
        </p:txBody>
      </p:sp>
      <p:pic>
        <p:nvPicPr>
          <p:cNvPr id="9" name="Picture Placeholder 8">
            <a:extLst>
              <a:ext uri="{FF2B5EF4-FFF2-40B4-BE49-F238E27FC236}">
                <a16:creationId xmlns:a16="http://schemas.microsoft.com/office/drawing/2014/main" id="{E095DC0D-4C89-453C-FC1C-61ABCCB95482}"/>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l="16018" r="16018"/>
          <a:stretch>
            <a:fillRect/>
          </a:stretch>
        </p:blipFill>
        <p:spPr/>
      </p:pic>
      <p:sp>
        <p:nvSpPr>
          <p:cNvPr id="10" name="TextBox 9">
            <a:extLst>
              <a:ext uri="{FF2B5EF4-FFF2-40B4-BE49-F238E27FC236}">
                <a16:creationId xmlns:a16="http://schemas.microsoft.com/office/drawing/2014/main" id="{96F67054-1651-4CF8-5AD3-FBD7F37C733C}"/>
              </a:ext>
            </a:extLst>
          </p:cNvPr>
          <p:cNvSpPr txBox="1"/>
          <p:nvPr/>
        </p:nvSpPr>
        <p:spPr>
          <a:xfrm>
            <a:off x="6313088" y="5853401"/>
            <a:ext cx="5326462" cy="230832"/>
          </a:xfrm>
          <a:prstGeom prst="rect">
            <a:avLst/>
          </a:prstGeom>
          <a:noFill/>
        </p:spPr>
        <p:txBody>
          <a:bodyPr wrap="square" rtlCol="0">
            <a:spAutoFit/>
          </a:bodyPr>
          <a:lstStyle/>
          <a:p>
            <a:r>
              <a:rPr lang="en-US" sz="900">
                <a:hlinkClick r:id="rId4" tooltip="http://tudosobrecachorros.com.br/40-maneiras-de-fazer-seu-cachorro-mais-feliz/"/>
              </a:rPr>
              <a:t>This Photo</a:t>
            </a:r>
            <a:r>
              <a:rPr lang="en-US" sz="900"/>
              <a:t> by Unknown Author is licensed under </a:t>
            </a:r>
            <a:r>
              <a:rPr lang="en-US" sz="900">
                <a:hlinkClick r:id="rId5" tooltip="https://creativecommons.org/licenses/by-nc-nd/3.0/"/>
              </a:rPr>
              <a:t>CC BY-NC-ND</a:t>
            </a:r>
            <a:endParaRPr lang="en-US" sz="900"/>
          </a:p>
        </p:txBody>
      </p:sp>
    </p:spTree>
    <p:extLst>
      <p:ext uri="{BB962C8B-B14F-4D97-AF65-F5344CB8AC3E}">
        <p14:creationId xmlns:p14="http://schemas.microsoft.com/office/powerpoint/2010/main" val="3133946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Title 64">
            <a:extLst>
              <a:ext uri="{FF2B5EF4-FFF2-40B4-BE49-F238E27FC236}">
                <a16:creationId xmlns:a16="http://schemas.microsoft.com/office/drawing/2014/main" id="{E8D9CF6D-517D-4B56-9B8B-26CDEB74F64D}"/>
              </a:ext>
            </a:extLst>
          </p:cNvPr>
          <p:cNvSpPr>
            <a:spLocks noGrp="1"/>
          </p:cNvSpPr>
          <p:nvPr>
            <p:ph type="title"/>
          </p:nvPr>
        </p:nvSpPr>
        <p:spPr/>
        <p:txBody>
          <a:bodyPr/>
          <a:lstStyle/>
          <a:p>
            <a:r>
              <a:rPr lang="en-US" dirty="0"/>
              <a:t>Thank you</a:t>
            </a:r>
          </a:p>
        </p:txBody>
      </p:sp>
      <p:sp>
        <p:nvSpPr>
          <p:cNvPr id="11" name="Text Placeholder 10">
            <a:extLst>
              <a:ext uri="{FF2B5EF4-FFF2-40B4-BE49-F238E27FC236}">
                <a16:creationId xmlns:a16="http://schemas.microsoft.com/office/drawing/2014/main" id="{912CAAFB-2A6A-4F01-96EA-88B3E4832A16}"/>
              </a:ext>
            </a:extLst>
          </p:cNvPr>
          <p:cNvSpPr>
            <a:spLocks noGrp="1"/>
          </p:cNvSpPr>
          <p:nvPr>
            <p:ph type="body" sz="quarter" idx="15"/>
          </p:nvPr>
        </p:nvSpPr>
        <p:spPr/>
        <p:txBody>
          <a:bodyPr>
            <a:normAutofit fontScale="85000" lnSpcReduction="20000"/>
          </a:bodyPr>
          <a:lstStyle/>
          <a:p>
            <a:r>
              <a:rPr lang="en-US" dirty="0"/>
              <a:t>Presenter name</a:t>
            </a:r>
          </a:p>
        </p:txBody>
      </p:sp>
      <p:pic>
        <p:nvPicPr>
          <p:cNvPr id="29" name="Picture Placeholder 28" descr="Man smiling holding a little dog">
            <a:extLst>
              <a:ext uri="{FF2B5EF4-FFF2-40B4-BE49-F238E27FC236}">
                <a16:creationId xmlns:a16="http://schemas.microsoft.com/office/drawing/2014/main" id="{262C5192-1C2B-4AC8-856B-9A198A9A9252}"/>
              </a:ext>
            </a:extLst>
          </p:cNvPr>
          <p:cNvPicPr>
            <a:picLocks noGrp="1" noChangeAspect="1"/>
          </p:cNvPicPr>
          <p:nvPr>
            <p:ph type="pic" sz="quarter" idx="10"/>
          </p:nvPr>
        </p:nvPicPr>
        <p:blipFill rotWithShape="1">
          <a:blip r:embed="rId3" cstate="screen">
            <a:extLst>
              <a:ext uri="{28A0092B-C50C-407E-A947-70E740481C1C}">
                <a14:useLocalDpi xmlns:a14="http://schemas.microsoft.com/office/drawing/2010/main" val="0"/>
              </a:ext>
            </a:extLst>
          </a:blip>
          <a:srcRect t="40" b="40"/>
          <a:stretch/>
        </p:blipFill>
        <p:spPr/>
      </p:pic>
      <p:pic>
        <p:nvPicPr>
          <p:cNvPr id="41" name="Picture Placeholder 40" descr="Kitten walking in long grass">
            <a:extLst>
              <a:ext uri="{FF2B5EF4-FFF2-40B4-BE49-F238E27FC236}">
                <a16:creationId xmlns:a16="http://schemas.microsoft.com/office/drawing/2014/main" id="{7EC254CC-ED73-4E0D-82D8-22657C88DDED}"/>
              </a:ext>
            </a:extLst>
          </p:cNvPr>
          <p:cNvPicPr>
            <a:picLocks noGrp="1" noChangeAspect="1"/>
          </p:cNvPicPr>
          <p:nvPr>
            <p:ph type="pic" sz="quarter" idx="11"/>
          </p:nvPr>
        </p:nvPicPr>
        <p:blipFill rotWithShape="1">
          <a:blip r:embed="rId4" cstate="screen">
            <a:extLst>
              <a:ext uri="{28A0092B-C50C-407E-A947-70E740481C1C}">
                <a14:useLocalDpi xmlns:a14="http://schemas.microsoft.com/office/drawing/2010/main" val="0"/>
              </a:ext>
            </a:extLst>
          </a:blip>
          <a:srcRect t="41" b="41"/>
          <a:stretch/>
        </p:blipFill>
        <p:spPr/>
      </p:pic>
      <p:pic>
        <p:nvPicPr>
          <p:cNvPr id="5" name="Picture Placeholder 4">
            <a:extLst>
              <a:ext uri="{FF2B5EF4-FFF2-40B4-BE49-F238E27FC236}">
                <a16:creationId xmlns:a16="http://schemas.microsoft.com/office/drawing/2014/main" id="{FB3FB076-4D46-81D9-CF8F-F4C06BDFCC04}"/>
              </a:ext>
            </a:extLst>
          </p:cNvPr>
          <p:cNvPicPr>
            <a:picLocks noGrp="1" noChangeAspect="1"/>
          </p:cNvPicPr>
          <p:nvPr>
            <p:ph type="pic" sz="quarter" idx="12"/>
          </p:nvPr>
        </p:nvPicPr>
        <p:blipFill>
          <a:blip r:embed="rId5">
            <a:extLst>
              <a:ext uri="{837473B0-CC2E-450A-ABE3-18F120FF3D39}">
                <a1611:picAttrSrcUrl xmlns:a1611="http://schemas.microsoft.com/office/drawing/2016/11/main" r:id="rId6"/>
              </a:ext>
            </a:extLst>
          </a:blip>
          <a:srcRect l="24860" r="24860"/>
          <a:stretch>
            <a:fillRect/>
          </a:stretch>
        </p:blipFill>
        <p:spPr/>
      </p:pic>
      <p:pic>
        <p:nvPicPr>
          <p:cNvPr id="49" name="Picture Placeholder 48" descr="Small happy dog lying on the grass">
            <a:extLst>
              <a:ext uri="{FF2B5EF4-FFF2-40B4-BE49-F238E27FC236}">
                <a16:creationId xmlns:a16="http://schemas.microsoft.com/office/drawing/2014/main" id="{57E7F660-0A91-40AF-8D6F-9334E38BB064}"/>
              </a:ext>
            </a:extLst>
          </p:cNvPr>
          <p:cNvPicPr>
            <a:picLocks noGrp="1" noChangeAspect="1"/>
          </p:cNvPicPr>
          <p:nvPr>
            <p:ph type="pic" sz="quarter" idx="13"/>
          </p:nvPr>
        </p:nvPicPr>
        <p:blipFill rotWithShape="1">
          <a:blip r:embed="rId7" cstate="screen">
            <a:extLst>
              <a:ext uri="{28A0092B-C50C-407E-A947-70E740481C1C}">
                <a14:useLocalDpi xmlns:a14="http://schemas.microsoft.com/office/drawing/2010/main" val="0"/>
              </a:ext>
            </a:extLst>
          </a:blip>
          <a:srcRect l="80" r="80"/>
          <a:stretch/>
        </p:blipFill>
        <p:spPr/>
      </p:pic>
    </p:spTree>
    <p:extLst>
      <p:ext uri="{BB962C8B-B14F-4D97-AF65-F5344CB8AC3E}">
        <p14:creationId xmlns:p14="http://schemas.microsoft.com/office/powerpoint/2010/main" val="8166938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A08C0AD8362714D84B153C7D2326D28" ma:contentTypeVersion="8" ma:contentTypeDescription="Create a new document." ma:contentTypeScope="" ma:versionID="297237e9ee84e6d548b4420667440907">
  <xsd:schema xmlns:xsd="http://www.w3.org/2001/XMLSchema" xmlns:xs="http://www.w3.org/2001/XMLSchema" xmlns:p="http://schemas.microsoft.com/office/2006/metadata/properties" xmlns:ns2="c4431b28-8be7-4593-b497-7a77f378c850" targetNamespace="http://schemas.microsoft.com/office/2006/metadata/properties" ma:root="true" ma:fieldsID="59019fdc6e02834eb2ab40f144c3f188" ns2:_="">
    <xsd:import namespace="c4431b28-8be7-4593-b497-7a77f378c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431b28-8be7-4593-b497-7a77f378c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Location" ma:index="15"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760681D-E858-4FCC-ACDF-E8F8408B9221}">
  <ds:schemaRefs>
    <ds:schemaRef ds:uri="http://schemas.microsoft.com/sharepoint/v3/contenttype/forms"/>
  </ds:schemaRefs>
</ds:datastoreItem>
</file>

<file path=customXml/itemProps2.xml><?xml version="1.0" encoding="utf-8"?>
<ds:datastoreItem xmlns:ds="http://schemas.openxmlformats.org/officeDocument/2006/customXml" ds:itemID="{92204B39-6EAA-4677-8C8D-C27F01CF8A37}">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9805F73D-6A52-40C8-A240-68FE19B2064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431b28-8be7-4593-b497-7a77f378c85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Slate</Template>
  <TotalTime>11438</TotalTime>
  <Words>889</Words>
  <Application>Microsoft Office PowerPoint</Application>
  <PresentationFormat>Widescreen</PresentationFormat>
  <Paragraphs>100</Paragraphs>
  <Slides>13</Slides>
  <Notes>7</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SimSun</vt:lpstr>
      <vt:lpstr>Arial</vt:lpstr>
      <vt:lpstr>Calibri</vt:lpstr>
      <vt:lpstr>Calisto MT</vt:lpstr>
      <vt:lpstr>Courier New,monospace</vt:lpstr>
      <vt:lpstr>Goudy Stout</vt:lpstr>
      <vt:lpstr>Speak Pro</vt:lpstr>
      <vt:lpstr>Wingdings</vt:lpstr>
      <vt:lpstr>Wingdings 2</vt:lpstr>
      <vt:lpstr>Slate</vt:lpstr>
      <vt:lpstr>Animal Shelter Capstone Project </vt:lpstr>
      <vt:lpstr>My Datasets:</vt:lpstr>
      <vt:lpstr>Goals:</vt:lpstr>
      <vt:lpstr>PowerPoint Presentation</vt:lpstr>
      <vt:lpstr>Tools: </vt:lpstr>
      <vt:lpstr>Summary of data cleaning/pre-processing: </vt:lpstr>
      <vt:lpstr>Age Group for all Euthanization Chart: Does age affect the likelihood of Euthanization?​ </vt:lpstr>
      <vt:lpstr>What breeds are most frequently impounded?​ ​ </vt:lpstr>
      <vt:lpstr>Tableau Dashboard Demo: </vt:lpstr>
      <vt:lpstr>Conclusion: </vt:lpstr>
      <vt:lpstr>Acknowledgements: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Castillo Lopez, Gabriel O</dc:creator>
  <cp:lastModifiedBy>dragon castillo</cp:lastModifiedBy>
  <cp:revision>6</cp:revision>
  <dcterms:created xsi:type="dcterms:W3CDTF">2026-04-13T16:46:16Z</dcterms:created>
  <dcterms:modified xsi:type="dcterms:W3CDTF">2026-05-11T01:44:30Z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0x0101004A08C0AD8362714D84B153C7D2326D28</vt:lpwstr>
  </property>
</Properties>
</file>