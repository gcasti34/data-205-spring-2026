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840" r:id="rId4"/>
  </p:sldMasterIdLst>
  <p:notesMasterIdLst>
    <p:notesMasterId r:id="rId8"/>
  </p:notesMasterIdLst>
  <p:handoutMasterIdLst>
    <p:handoutMasterId r:id="rId9"/>
  </p:handoutMasterIdLst>
  <p:sldIdLst>
    <p:sldId id="316" r:id="rId5"/>
    <p:sldId id="319" r:id="rId6"/>
    <p:sldId id="317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ED083AE6-46FA-4A59-8FB0-9F97EB10719F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 autoAdjust="0"/>
  </p:normalViewPr>
  <p:slideViewPr>
    <p:cSldViewPr snapToGrid="0">
      <p:cViewPr varScale="1">
        <p:scale>
          <a:sx n="70" d="100"/>
          <a:sy n="70" d="100"/>
        </p:scale>
        <p:origin x="888" y="4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ragon castillo" userId="36dd3aaf436c022a" providerId="LiveId" clId="{1DAB7ABF-822C-4A4F-8B8C-9634ECA5E844}"/>
    <pc:docChg chg="modSld">
      <pc:chgData name="dragon castillo" userId="36dd3aaf436c022a" providerId="LiveId" clId="{1DAB7ABF-822C-4A4F-8B8C-9634ECA5E844}" dt="2026-03-03T23:40:59.685" v="28" actId="20577"/>
      <pc:docMkLst>
        <pc:docMk/>
      </pc:docMkLst>
      <pc:sldChg chg="modSp mod">
        <pc:chgData name="dragon castillo" userId="36dd3aaf436c022a" providerId="LiveId" clId="{1DAB7ABF-822C-4A4F-8B8C-9634ECA5E844}" dt="2026-03-03T23:40:59.685" v="28" actId="20577"/>
        <pc:sldMkLst>
          <pc:docMk/>
          <pc:sldMk cId="2418028581" sldId="316"/>
        </pc:sldMkLst>
        <pc:spChg chg="mod">
          <ac:chgData name="dragon castillo" userId="36dd3aaf436c022a" providerId="LiveId" clId="{1DAB7ABF-822C-4A4F-8B8C-9634ECA5E844}" dt="2026-03-03T23:40:59.685" v="28" actId="20577"/>
          <ac:spMkLst>
            <pc:docMk/>
            <pc:sldMk cId="2418028581" sldId="316"/>
            <ac:spMk id="4" creationId="{62B49AE0-2581-DF9C-5621-E84FD439ADDE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CD5339C-519D-4230-BF0C-1BF09A2FE2D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82FE9-1227-454F-8FBE-5D49EEFEFD5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93CD36-562E-4EEA-8B96-DB5FE3AB0DC1}" type="datetimeFigureOut">
              <a:rPr lang="en-US" smtClean="0"/>
              <a:t>3/3/2026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C515AC-387D-4DC2-8066-2F960E15110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A55534-4B86-498E-A9D9-C98A3290DCE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9C5148-8ED6-434E-BA59-EF48324382B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899530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0FA4AB-31E7-4D1C-A552-BCF9442B3075}" type="datetimeFigureOut">
              <a:rPr lang="en-US" smtClean="0"/>
              <a:t>3/3/2026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D33291-C0D9-4415-AEC4-F67D377A5AD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0305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52090" y="3429000"/>
            <a:ext cx="11248253" cy="2867150"/>
          </a:xfrm>
        </p:spPr>
        <p:txBody>
          <a:bodyPr lIns="0" tIns="0" rIns="0" bIns="0" anchor="b">
            <a:normAutofit/>
          </a:bodyPr>
          <a:lstStyle>
            <a:lvl1pPr algn="l">
              <a:defRPr sz="5400" b="1" cap="all" spc="-10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0648715D-CF90-CB6D-3F19-8A8821D742EE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0" y="0"/>
            <a:ext cx="7718792" cy="3052119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noFill/>
          </a:ln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Rectangl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10880" y="0"/>
            <a:ext cx="4481120" cy="305211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F386C8A-25BA-AB6D-B983-79524ED03F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710880" y="0"/>
            <a:ext cx="0" cy="305211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1C78377-1C25-FF96-E2F0-FF8D4E04B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7912" y="3052119"/>
            <a:ext cx="1219991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Graphic 11">
            <a:extLst>
              <a:ext uri="{FF2B5EF4-FFF2-40B4-BE49-F238E27FC236}">
                <a16:creationId xmlns:a16="http://schemas.microsoft.com/office/drawing/2014/main" id="{9538DC9E-C0A9-C3F4-B87B-C29DC41215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28515" y="130630"/>
            <a:ext cx="1632857" cy="16328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78EFBE8-6AFC-9FD7-6155-85DD2A9DF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6126480" cy="629392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457199"/>
            <a:ext cx="5160158" cy="3474720"/>
          </a:xfrm>
        </p:spPr>
        <p:txBody>
          <a:bodyPr anchor="ctr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83680" y="457200"/>
            <a:ext cx="5212080" cy="5486400"/>
          </a:xfrm>
        </p:spPr>
        <p:txBody>
          <a:bodyPr anchor="ctr" anchorCtr="0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2BAF5D-3A7D-BA27-EAC6-CCA763784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121960" y="0"/>
            <a:ext cx="0" cy="6335486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phic 10">
            <a:extLst>
              <a:ext uri="{FF2B5EF4-FFF2-40B4-BE49-F238E27FC236}">
                <a16:creationId xmlns:a16="http://schemas.microsoft.com/office/drawing/2014/main" id="{56159F11-BB39-71F0-9B4E-6D84D3F6FC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416" y="4464626"/>
            <a:ext cx="1632857" cy="1632857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E41C3F-BE99-2BD9-1E6D-A913A2733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C5060-8972-B347-8CC0-8F1881778433}" type="datetimeyyyy">
              <a:rPr lang="en-US" smtClean="0"/>
              <a:t>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FF1A5C-82F9-BC47-C11E-11E2255498F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1A67A8-6EC5-CEEE-C3F1-C842D5BA40D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53455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1461F2C-B8C4-AB7D-CC7D-4A6F57DBE4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0"/>
            <a:ext cx="7710879" cy="438097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69275" y="365759"/>
            <a:ext cx="6990772" cy="3567413"/>
          </a:xfrm>
        </p:spPr>
        <p:txBody>
          <a:bodyPr lIns="0" tIns="0" rIns="0" bIns="0" anchor="ctr" anchorCtr="0">
            <a:normAutofit/>
          </a:bodyPr>
          <a:lstStyle>
            <a:lvl1pPr algn="l">
              <a:defRPr sz="5400" b="1" cap="all" spc="-10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69275" y="4746732"/>
            <a:ext cx="6990772" cy="1727220"/>
          </a:xfrm>
        </p:spPr>
        <p:txBody>
          <a:bodyPr lIns="0" tIns="0" rIns="0" bIns="0" anchor="t">
            <a:noAutofit/>
          </a:bodyPr>
          <a:lstStyle>
            <a:lvl1pPr marL="0" indent="0" algn="l">
              <a:buNone/>
              <a:defRPr sz="3200" b="1" cap="none" spc="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7" name="Rectangl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10880" y="0"/>
            <a:ext cx="4481120" cy="6858000"/>
          </a:xfrm>
          <a:prstGeom prst="rect">
            <a:avLst/>
          </a:prstGeom>
          <a:solidFill>
            <a:schemeClr val="accent3">
              <a:lumMod val="60000"/>
              <a:lumOff val="40000"/>
              <a:alpha val="7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F386C8A-25BA-AB6D-B983-79524ED03F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710880" y="0"/>
            <a:ext cx="0" cy="68580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1C78377-1C25-FF96-E2F0-FF8D4E04B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7914" y="4380978"/>
            <a:ext cx="771879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Graphic 11">
            <a:extLst>
              <a:ext uri="{FF2B5EF4-FFF2-40B4-BE49-F238E27FC236}">
                <a16:creationId xmlns:a16="http://schemas.microsoft.com/office/drawing/2014/main" id="{9538DC9E-C0A9-C3F4-B87B-C29DC41215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28515" y="130630"/>
            <a:ext cx="1632857" cy="163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7367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+ Left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78EFBE8-6AFC-9FD7-6155-85DD2A9DF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121960" y="0"/>
            <a:ext cx="6070040" cy="629392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55664" y="1987296"/>
            <a:ext cx="5303520" cy="3956303"/>
          </a:xfrm>
        </p:spPr>
        <p:txBody>
          <a:bodyPr anchor="ctr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200" y="457200"/>
            <a:ext cx="5212080" cy="5486400"/>
          </a:xfrm>
        </p:spPr>
        <p:txBody>
          <a:bodyPr anchor="ctr" anchorCtr="0">
            <a:normAutofit/>
          </a:bodyPr>
          <a:lstStyle>
            <a:lvl1pPr marL="365760"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2BAF5D-3A7D-BA27-EAC6-CCA763784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121960" y="0"/>
            <a:ext cx="0" cy="6335486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phic 10">
            <a:extLst>
              <a:ext uri="{FF2B5EF4-FFF2-40B4-BE49-F238E27FC236}">
                <a16:creationId xmlns:a16="http://schemas.microsoft.com/office/drawing/2014/main" id="{56159F11-BB39-71F0-9B4E-6D84D3F6FC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28519" y="128016"/>
            <a:ext cx="1632857" cy="1632857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C91DB3-459F-7003-4627-BF87F70C76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C5060-8972-B347-8CC0-8F1881778433}" type="datetimeyyyy">
              <a:rPr lang="en-US" smtClean="0"/>
              <a:t>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3E29DA-F126-F0E0-A16B-D66A997EFC0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9EDE6D-125A-5F43-B354-57C4357F23F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98751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 Imag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124482" y="1"/>
            <a:ext cx="8067518" cy="225552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11048" y="2624672"/>
            <a:ext cx="7304896" cy="2808842"/>
          </a:xfrm>
        </p:spPr>
        <p:txBody>
          <a:bodyPr lIns="0" tIns="0" rIns="0" bIns="0" anchor="b">
            <a:normAutofit/>
          </a:bodyPr>
          <a:lstStyle>
            <a:lvl1pPr algn="l">
              <a:defRPr sz="5400" b="1" cap="all" spc="-10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11048" y="5559552"/>
            <a:ext cx="7304896" cy="914400"/>
          </a:xfrm>
        </p:spPr>
        <p:txBody>
          <a:bodyPr lIns="0" tIns="0" rIns="0" bIns="0" anchor="t">
            <a:normAutofit/>
          </a:bodyPr>
          <a:lstStyle>
            <a:lvl1pPr marL="0" indent="0" algn="l">
              <a:buNone/>
              <a:defRPr sz="3200" b="1" cap="none" spc="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438223DB-ED2D-4922-1A61-D1763E8F33F8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0" y="-1"/>
            <a:ext cx="4114800" cy="685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noFill/>
          </a:ln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4F86E7AD-A6DA-E8DA-1CA0-615D3EDF9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83301" y="237420"/>
            <a:ext cx="1714789" cy="1714789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DA50057D-192D-7614-DE77-877F2980EE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4114800" y="0"/>
            <a:ext cx="8077200" cy="6858000"/>
            <a:chOff x="-7912" y="0"/>
            <a:chExt cx="8077200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CC7B291-128E-2693-8391-5F74B90EAFF0}"/>
                </a:ext>
              </a:extLst>
            </p:cNvPr>
            <p:cNvCxnSpPr>
              <a:cxnSpLocks/>
            </p:cNvCxnSpPr>
            <p:nvPr/>
          </p:nvCxnSpPr>
          <p:spPr>
            <a:xfrm>
              <a:off x="-7912" y="2271831"/>
              <a:ext cx="80772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9473A90-D726-F334-C514-4BFD393396F0}"/>
                </a:ext>
              </a:extLst>
            </p:cNvPr>
            <p:cNvCxnSpPr>
              <a:cxnSpLocks/>
            </p:cNvCxnSpPr>
            <p:nvPr/>
          </p:nvCxnSpPr>
          <p:spPr>
            <a:xfrm>
              <a:off x="8064448" y="0"/>
              <a:ext cx="0" cy="6858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5376BE9D-8163-4EDD-FB8D-57ABEDF1640F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AD2C5060-8972-B347-8CC0-8F1881778433}" type="datetimeyyyy">
              <a:rPr lang="en-US" smtClean="0"/>
              <a:t>2026</a:t>
            </a:fld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80A75B7-8212-3C24-45FF-DB1B86CA19E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4D4ECEB7-E688-FB9D-4582-AA6629363FC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44553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D124AF9-4FF9-5ED5-5A0C-44939D250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262741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1D9B86B-8693-3D1A-3E1F-4A28D927D8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2627430"/>
            <a:ext cx="12192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8299" y="94744"/>
            <a:ext cx="11277599" cy="1598801"/>
          </a:xfrm>
        </p:spPr>
        <p:txBody>
          <a:bodyPr lIns="0" anchor="b">
            <a:normAutofit/>
          </a:bodyPr>
          <a:lstStyle>
            <a:lvl1pPr algn="l">
              <a:defRPr sz="44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E6594D94-A182-447B-C136-E74107714017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478299" y="1745510"/>
            <a:ext cx="11277598" cy="760012"/>
          </a:xfrm>
        </p:spPr>
        <p:txBody>
          <a:bodyPr lIns="0" tIns="0" rIns="0" bIns="0" anchor="t">
            <a:normAutofit/>
          </a:bodyPr>
          <a:lstStyle>
            <a:lvl1pPr marL="0" indent="0" algn="l">
              <a:buNone/>
              <a:defRPr sz="3200" b="1" cap="none" spc="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198" y="3098787"/>
            <a:ext cx="3474720" cy="2888837"/>
          </a:xfrm>
        </p:spPr>
        <p:txBody>
          <a:bodyPr anchor="t">
            <a:normAutofit/>
          </a:bodyPr>
          <a:lstStyle>
            <a:lvl1pPr marL="365760">
              <a:spcBef>
                <a:spcPts val="1200"/>
              </a:spcBef>
              <a:defRPr sz="2400"/>
            </a:lvl1pPr>
            <a:lvl2pPr>
              <a:spcBef>
                <a:spcPts val="1200"/>
              </a:spcBef>
              <a:defRPr sz="2000"/>
            </a:lvl2pPr>
            <a:lvl3pPr>
              <a:spcBef>
                <a:spcPts val="1200"/>
              </a:spcBef>
              <a:defRPr sz="1800"/>
            </a:lvl3pPr>
            <a:lvl4pPr>
              <a:spcBef>
                <a:spcPts val="1200"/>
              </a:spcBef>
              <a:defRPr sz="1600"/>
            </a:lvl4pPr>
            <a:lvl5pPr>
              <a:spcBef>
                <a:spcPts val="1200"/>
              </a:spcBef>
              <a:defRPr sz="16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602479" y="2895588"/>
            <a:ext cx="7132319" cy="3093731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D99107C-ACBB-B2EC-7BA2-379A7629875E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AD2C5060-8972-B347-8CC0-8F1881778433}" type="datetimeyyyy">
              <a:rPr lang="en-US" smtClean="0"/>
              <a:t>2026</a:t>
            </a:fld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5C61AD-5721-984D-30B8-A8630402C80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C981CB5D-3815-55BB-FB26-D4008DC5A247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902034" y="3052120"/>
            <a:ext cx="6289965" cy="3253430"/>
          </a:xfrm>
          <a:solidFill>
            <a:schemeClr val="accent3">
              <a:lumMod val="40000"/>
              <a:lumOff val="60000"/>
            </a:schemeClr>
          </a:solidFill>
          <a:ln w="19050">
            <a:noFill/>
          </a:ln>
        </p:spPr>
        <p:txBody>
          <a:bodyPr lIns="365760" tIns="365760" rIns="731520" bIns="365760" anchor="t" anchorCtr="0">
            <a:normAutofit/>
          </a:bodyPr>
          <a:lstStyle>
            <a:lvl1pPr>
              <a:defRPr sz="4400" b="1" cap="all" spc="1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95CEDBA-D9EA-C2F0-5536-B641BBC22EC9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546735" y="333375"/>
            <a:ext cx="4882508" cy="5562600"/>
          </a:xfrm>
        </p:spPr>
        <p:txBody>
          <a:bodyPr lIns="0" tIns="182880" rIns="0" bIns="0" anchor="t" anchorCtr="0"/>
          <a:lstStyle>
            <a:lvl1pPr marL="347472" indent="-347472">
              <a:buClr>
                <a:schemeClr val="accent4"/>
              </a:buClr>
              <a:defRPr/>
            </a:lvl1pPr>
            <a:lvl2pPr>
              <a:buClr>
                <a:schemeClr val="accent4"/>
              </a:buClr>
              <a:defRPr/>
            </a:lvl2pPr>
            <a:lvl3pPr>
              <a:buClr>
                <a:schemeClr val="accent4"/>
              </a:buClr>
              <a:defRPr/>
            </a:lvl3pPr>
            <a:lvl4pPr>
              <a:buClr>
                <a:schemeClr val="accent4"/>
              </a:buClr>
              <a:defRPr/>
            </a:lvl4pPr>
            <a:lvl5pPr>
              <a:buClr>
                <a:schemeClr val="accent4"/>
              </a:buClr>
              <a:defRPr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44A16C55-05EC-CCE4-5E62-C7144FF11C59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5902034" y="0"/>
            <a:ext cx="6289965" cy="3052119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noFill/>
          </a:ln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D5A9568-4711-EE5C-16E4-A05395C55C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890159" y="0"/>
            <a:ext cx="0" cy="630354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2006F4B-B2C9-03FF-DD47-51B22950E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02034" y="3052119"/>
            <a:ext cx="6289965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88F6C5A-20C2-9742-B88C-AC77E3FB4A5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C68071B-6F8E-D847-A16E-A2C261AD713C}" type="datetimeyyyy">
              <a:rPr lang="en-US" smtClean="0"/>
              <a:t>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DE8FC8C-29C9-CDDD-BECE-0D82FB1CCB3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FA30DE-9012-9A95-68F1-0BEA8D0495C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17934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2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2DB97D6-9E01-9925-F264-8FF48BAAF8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486400" cy="629392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670C95F-3A67-A423-F894-9AB9FB05D6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486400" y="0"/>
            <a:ext cx="0" cy="6335486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0999" y="861708"/>
            <a:ext cx="4905375" cy="4601183"/>
          </a:xfrm>
        </p:spPr>
        <p:txBody>
          <a:bodyPr anchor="ctr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882FA23-189E-3A07-3878-34E4D3262D7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815014" y="425987"/>
            <a:ext cx="5995987" cy="2865437"/>
          </a:xfrm>
        </p:spPr>
        <p:txBody>
          <a:bodyPr anchor="t"/>
          <a:lstStyle>
            <a:lvl1pPr marL="0" indent="0">
              <a:spcBef>
                <a:spcPts val="1200"/>
              </a:spcBef>
              <a:buNone/>
              <a:defRPr/>
            </a:lvl1pPr>
            <a:lvl2pPr marL="320040" indent="0">
              <a:spcBef>
                <a:spcPts val="1200"/>
              </a:spcBef>
              <a:buNone/>
              <a:defRPr/>
            </a:lvl2pPr>
            <a:lvl3pPr marL="777240" indent="0">
              <a:spcBef>
                <a:spcPts val="1200"/>
              </a:spcBef>
              <a:buNone/>
              <a:defRPr/>
            </a:lvl3pPr>
            <a:lvl4pPr marL="1234440" indent="0">
              <a:spcBef>
                <a:spcPts val="1200"/>
              </a:spcBef>
              <a:buNone/>
              <a:defRPr/>
            </a:lvl4pPr>
            <a:lvl5pPr marL="1691640" indent="0">
              <a:spcBef>
                <a:spcPts val="1200"/>
              </a:spcBef>
              <a:buNone/>
              <a:defRPr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4C5DD340-18CD-CAB1-9B81-7783E42DEA6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815014" y="3325638"/>
            <a:ext cx="5995987" cy="2865437"/>
          </a:xfrm>
        </p:spPr>
        <p:txBody>
          <a:bodyPr anchor="t"/>
          <a:lstStyle>
            <a:lvl1pPr marL="0" indent="0">
              <a:spcBef>
                <a:spcPts val="1200"/>
              </a:spcBef>
              <a:buNone/>
              <a:defRPr/>
            </a:lvl1pPr>
            <a:lvl2pPr marL="320040" indent="0">
              <a:spcBef>
                <a:spcPts val="1200"/>
              </a:spcBef>
              <a:buNone/>
              <a:defRPr/>
            </a:lvl2pPr>
            <a:lvl3pPr marL="777240" indent="0">
              <a:spcBef>
                <a:spcPts val="1200"/>
              </a:spcBef>
              <a:buNone/>
              <a:defRPr/>
            </a:lvl3pPr>
            <a:lvl4pPr marL="1234440" indent="0">
              <a:spcBef>
                <a:spcPts val="1200"/>
              </a:spcBef>
              <a:buNone/>
              <a:defRPr/>
            </a:lvl4pPr>
            <a:lvl5pPr marL="1691640" indent="0">
              <a:spcBef>
                <a:spcPts val="1200"/>
              </a:spcBef>
              <a:buNone/>
              <a:defRPr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2F97C1-BC1A-8E7F-06B2-06E74411A0C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AD2C5060-8972-B347-8CC0-8F1881778433}" type="datetimeyyyy">
              <a:rPr lang="en-US" smtClean="0"/>
              <a:t>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45AF57-863F-4113-A646-51D8F79ED63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60823C57-8E95-7243-AAA0-BB9DA46225A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1604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 +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D3FC323-9010-7680-1410-DB6EA920CF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710880" y="2627418"/>
            <a:ext cx="4481120" cy="3684153"/>
          </a:xfrm>
          <a:prstGeom prst="rect">
            <a:avLst/>
          </a:prstGeom>
          <a:solidFill>
            <a:schemeClr val="accent3">
              <a:lumMod val="60000"/>
              <a:lumOff val="40000"/>
              <a:alpha val="7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124AF9-4FF9-5ED5-5A0C-44939D250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262741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1D9B86B-8693-3D1A-3E1F-4A28D927D8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2627430"/>
            <a:ext cx="12192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6885432" cy="1744133"/>
          </a:xfrm>
        </p:spPr>
        <p:txBody>
          <a:bodyPr anchor="b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add title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19220E1-3B64-C03C-3D28-6308954E1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699872" y="2627419"/>
            <a:ext cx="0" cy="367612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3084618"/>
            <a:ext cx="6885432" cy="2904701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8138160" y="2910624"/>
            <a:ext cx="3566160" cy="2941535"/>
          </a:xfrm>
        </p:spPr>
        <p:txBody>
          <a:bodyPr>
            <a:normAutofit/>
          </a:bodyPr>
          <a:lstStyle>
            <a:lvl1pPr>
              <a:defRPr sz="2400" b="1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B9DD837A-8B20-88C9-F0FC-FDE65493E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C5060-8972-B347-8CC0-8F1881778433}" type="datetimeyyyy">
              <a:rPr lang="en-US" smtClean="0"/>
              <a:t>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59B86729-0E29-8DE7-2987-2F9BAC2B796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2C444644-FCDD-F5C3-9A7A-CCED6173D1D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47064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2DB97D6-9E01-9925-F264-8FF48BAAF8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486400" cy="629392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670C95F-3A67-A423-F894-9AB9FB05D6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486400" y="0"/>
            <a:ext cx="0" cy="6335486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0999" y="861708"/>
            <a:ext cx="4905375" cy="4601183"/>
          </a:xfrm>
        </p:spPr>
        <p:txBody>
          <a:bodyPr anchor="ctr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able Placeholder 11">
            <a:extLst>
              <a:ext uri="{FF2B5EF4-FFF2-40B4-BE49-F238E27FC236}">
                <a16:creationId xmlns:a16="http://schemas.microsoft.com/office/drawing/2014/main" id="{950368D9-A2DA-7D02-EB7C-3F509FB3B4F4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5959475" y="496888"/>
            <a:ext cx="5800725" cy="5441950"/>
          </a:xfrm>
        </p:spPr>
        <p:txBody>
          <a:bodyPr anchor="t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B8286E-179F-45D4-6382-A34BAA54FBA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D2C5060-8972-B347-8CC0-8F1881778433}" type="datetimeyyyy">
              <a:rPr lang="en-US" smtClean="0"/>
              <a:t>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B1B3442-8929-B382-C800-713ECF88397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63ECD2B-104B-A8A6-CDAE-B909CA1F4FE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59755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1"/>
            <a:ext cx="8067518" cy="225552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7199" y="2624671"/>
            <a:ext cx="6752276" cy="3698851"/>
          </a:xfrm>
        </p:spPr>
        <p:txBody>
          <a:bodyPr lIns="0" tIns="0" rIns="0" bIns="0" anchor="b">
            <a:normAutofit/>
          </a:bodyPr>
          <a:lstStyle>
            <a:lvl1pPr algn="l">
              <a:defRPr sz="6600" b="1" cap="all" spc="-10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438223DB-ED2D-4922-1A61-D1763E8F33F8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7225666" y="-1"/>
            <a:ext cx="4966334" cy="685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noFill/>
          </a:ln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4F86E7AD-A6DA-E8DA-1CA0-615D3EDF9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1822" y="237420"/>
            <a:ext cx="1714789" cy="1714789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3EBF3BED-A617-9382-262C-3792F4422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7209476" cy="6858000"/>
            <a:chOff x="0" y="0"/>
            <a:chExt cx="7209476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CC7B291-128E-2693-8391-5F74B90EAFF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271831"/>
              <a:ext cx="7209476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9473A90-D726-F334-C514-4BFD393396F0}"/>
                </a:ext>
              </a:extLst>
            </p:cNvPr>
            <p:cNvCxnSpPr>
              <a:cxnSpLocks/>
            </p:cNvCxnSpPr>
            <p:nvPr/>
          </p:nvCxnSpPr>
          <p:spPr>
            <a:xfrm>
              <a:off x="7209476" y="0"/>
              <a:ext cx="0" cy="6858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99253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D3FC323-9010-7680-1410-DB6EA920CF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2627418"/>
            <a:ext cx="4481120" cy="3684153"/>
          </a:xfrm>
          <a:prstGeom prst="rect">
            <a:avLst/>
          </a:prstGeom>
          <a:solidFill>
            <a:schemeClr val="accent3">
              <a:lumMod val="60000"/>
              <a:lumOff val="40000"/>
              <a:alpha val="75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124AF9-4FF9-5ED5-5A0C-44939D250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262741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1D9B86B-8693-3D1A-3E1F-4A28D927D8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2627430"/>
            <a:ext cx="12192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57200"/>
            <a:ext cx="11247120" cy="1744133"/>
          </a:xfrm>
        </p:spPr>
        <p:txBody>
          <a:bodyPr anchor="b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add title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19220E1-3B64-C03C-3D28-6308954E1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480560" y="2627419"/>
            <a:ext cx="0" cy="367612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3017520"/>
            <a:ext cx="3676907" cy="2904701"/>
          </a:xfrm>
        </p:spPr>
        <p:txBody>
          <a:bodyPr>
            <a:normAutofit/>
          </a:bodyPr>
          <a:lstStyle>
            <a:lvl1pPr marL="0" indent="0">
              <a:buNone/>
              <a:defRPr sz="2400" b="1"/>
            </a:lvl1pPr>
            <a:lvl2pPr marL="320040" indent="0">
              <a:buNone/>
              <a:defRPr sz="2000"/>
            </a:lvl2pPr>
            <a:lvl3pPr marL="777240" indent="0">
              <a:buNone/>
              <a:defRPr sz="1800"/>
            </a:lvl3pPr>
            <a:lvl4pPr marL="1234440" indent="0">
              <a:buNone/>
              <a:defRPr sz="1600"/>
            </a:lvl4pPr>
            <a:lvl5pPr marL="1691640" indent="0">
              <a:buNone/>
              <a:defRPr sz="16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827014" y="3017520"/>
            <a:ext cx="6877306" cy="2941535"/>
          </a:xfrm>
        </p:spPr>
        <p:txBody>
          <a:bodyPr/>
          <a:lstStyle>
            <a:lvl1pPr marL="512064" indent="-512064">
              <a:spcBef>
                <a:spcPts val="1200"/>
              </a:spcBef>
              <a:buFont typeface="+mj-lt"/>
              <a:buAutoNum type="arabicPeriod"/>
              <a:defRPr sz="2000"/>
            </a:lvl1pPr>
            <a:lvl2pPr>
              <a:spcBef>
                <a:spcPts val="1200"/>
              </a:spcBef>
              <a:buFont typeface="+mj-lt"/>
              <a:buAutoNum type="arabicPeriod"/>
              <a:defRPr sz="1800"/>
            </a:lvl2pPr>
            <a:lvl3pPr>
              <a:spcBef>
                <a:spcPts val="1200"/>
              </a:spcBef>
              <a:buFont typeface="+mj-lt"/>
              <a:buAutoNum type="arabicPeriod"/>
              <a:defRPr sz="1600"/>
            </a:lvl3pPr>
            <a:lvl4pPr>
              <a:spcBef>
                <a:spcPts val="1200"/>
              </a:spcBef>
              <a:buFont typeface="+mj-lt"/>
              <a:buAutoNum type="arabicPeriod"/>
              <a:defRPr sz="1400"/>
            </a:lvl4pPr>
            <a:lvl5pPr>
              <a:spcBef>
                <a:spcPts val="1200"/>
              </a:spcBef>
              <a:buFont typeface="+mj-lt"/>
              <a:buAutoNum type="arabicPeriod"/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CE5A97F5-72BE-304B-3F33-2C9D1FC7D4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C5060-8972-B347-8CC0-8F1881778433}" type="datetimeyyyy">
              <a:rPr lang="en-US" smtClean="0"/>
              <a:t>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338817E4-6566-D0FB-CB15-D8609FF975A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1C561681-D81E-033B-0C77-D80162AA156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02245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65760" y="3429000"/>
            <a:ext cx="11402907" cy="2004514"/>
          </a:xfrm>
        </p:spPr>
        <p:txBody>
          <a:bodyPr lIns="0" tIns="0" rIns="0" bIns="0" anchor="b">
            <a:normAutofit/>
          </a:bodyPr>
          <a:lstStyle>
            <a:lvl1pPr algn="l">
              <a:defRPr sz="5400" b="1" cap="all" spc="-10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65760" y="5559552"/>
            <a:ext cx="11402907" cy="914400"/>
          </a:xfrm>
        </p:spPr>
        <p:txBody>
          <a:bodyPr lIns="0" tIns="0" rIns="0" bIns="0" anchor="t" anchorCtr="0">
            <a:noAutofit/>
          </a:bodyPr>
          <a:lstStyle>
            <a:lvl1pPr marL="0" indent="0" algn="l">
              <a:buNone/>
              <a:defRPr sz="3200" b="1" cap="none" spc="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0648715D-CF90-CB6D-3F19-8A8821D742EE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473208" y="0"/>
            <a:ext cx="7718792" cy="3052119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noFill/>
          </a:ln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Rectangl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481120" cy="305211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F386C8A-25BA-AB6D-B983-79524ED03F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480560" y="0"/>
            <a:ext cx="0" cy="305211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1C78377-1C25-FF96-E2F0-FF8D4E04B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7912" y="3052119"/>
            <a:ext cx="1219991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Graphic 11">
            <a:extLst>
              <a:ext uri="{FF2B5EF4-FFF2-40B4-BE49-F238E27FC236}">
                <a16:creationId xmlns:a16="http://schemas.microsoft.com/office/drawing/2014/main" id="{9538DC9E-C0A9-C3F4-B87B-C29DC41215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6264" y="130630"/>
            <a:ext cx="1632857" cy="163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82911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6F64A7-F6D9-7825-3E9E-6C03E0408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C5060-8972-B347-8CC0-8F1881778433}" type="datetimeyyyy">
              <a:rPr lang="en-US" smtClean="0"/>
              <a:t>2026</a:t>
            </a:fld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81B8D28-5193-F2A8-F3CE-926E662BBB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EE739A-E696-37FB-EA53-D0B80C503D4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AE1D1BF-BD16-5852-A4EE-F83BDE9AB9F0}"/>
              </a:ext>
            </a:extLst>
          </p:cNvPr>
          <p:cNvSpPr/>
          <p:nvPr userDrawn="1"/>
        </p:nvSpPr>
        <p:spPr>
          <a:xfrm>
            <a:off x="0" y="6303548"/>
            <a:ext cx="12192000" cy="554452"/>
          </a:xfrm>
          <a:prstGeom prst="rect">
            <a:avLst/>
          </a:prstGeom>
          <a:solidFill>
            <a:schemeClr val="accent3">
              <a:lumMod val="60000"/>
              <a:lumOff val="40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6336" y="864108"/>
            <a:ext cx="4960564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02036" y="864108"/>
            <a:ext cx="5282432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7769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b" anchorCtr="0"/>
          <a:lstStyle>
            <a:lvl1pPr algn="l">
              <a:defRPr sz="1200" b="1" cap="all" baseline="0">
                <a:solidFill>
                  <a:schemeClr val="tx1"/>
                </a:solidFill>
              </a:defRPr>
            </a:lvl1pPr>
          </a:lstStyle>
          <a:p>
            <a:fld id="{AD2C5060-8972-B347-8CC0-8F1881778433}" type="datetimeyyyy">
              <a:rPr lang="en-US" smtClean="0"/>
              <a:t>2026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85851" y="637769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b" anchorCtr="0"/>
          <a:lstStyle>
            <a:lvl1pPr algn="r">
              <a:defRPr sz="1200" b="1" cap="all" baseline="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6D5B42-D3C3-05EC-3707-2420805FFAE1}"/>
              </a:ext>
            </a:extLst>
          </p:cNvPr>
          <p:cNvCxnSpPr>
            <a:cxnSpLocks/>
          </p:cNvCxnSpPr>
          <p:nvPr userDrawn="1"/>
        </p:nvCxnSpPr>
        <p:spPr>
          <a:xfrm>
            <a:off x="0" y="6323527"/>
            <a:ext cx="1219991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98A2D-988B-6505-61D1-4DD3E1F721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7769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b" anchorCtr="0"/>
          <a:lstStyle>
            <a:lvl1pPr algn="ctr">
              <a:defRPr lang="en-US" sz="1200" b="1" cap="all" baseline="0" dirty="0"/>
            </a:lvl1pPr>
          </a:lstStyle>
          <a:p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67" r:id="rId2"/>
    <p:sldLayoutId id="2147483874" r:id="rId3"/>
    <p:sldLayoutId id="2147483875" r:id="rId4"/>
    <p:sldLayoutId id="2147483853" r:id="rId5"/>
    <p:sldLayoutId id="2147483844" r:id="rId6"/>
    <p:sldLayoutId id="2147483852" r:id="rId7"/>
    <p:sldLayoutId id="2147483881" r:id="rId8"/>
    <p:sldLayoutId id="2147483877" r:id="rId9"/>
    <p:sldLayoutId id="2147483882" r:id="rId10"/>
    <p:sldLayoutId id="2147483878" r:id="rId11"/>
    <p:sldLayoutId id="2147483879" r:id="rId12"/>
    <p:sldLayoutId id="2147483876" r:id="rId13"/>
    <p:sldLayoutId id="2147483847" r:id="rId14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 cap="all" spc="1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182880" indent="-365760" algn="l" defTabSz="914400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Clr>
          <a:schemeClr val="accent4"/>
        </a:buClr>
        <a:buSzPct val="150000"/>
        <a:buFont typeface="Arial" panose="020B0604020202020204" pitchFamily="34" charset="0"/>
        <a:buChar char="•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685800" indent="-365760" algn="l" defTabSz="914400" rtl="0" eaLnBrk="1" latinLnBrk="0" hangingPunct="1">
        <a:lnSpc>
          <a:spcPct val="90000"/>
        </a:lnSpc>
        <a:spcBef>
          <a:spcPts val="250"/>
        </a:spcBef>
        <a:spcAft>
          <a:spcPts val="1200"/>
        </a:spcAft>
        <a:buClr>
          <a:schemeClr val="accent4"/>
        </a:buClr>
        <a:buSzPct val="150000"/>
        <a:buFont typeface="Arial" panose="020B0604020202020204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143000" indent="-365760" algn="l" defTabSz="914400" rtl="0" eaLnBrk="1" latinLnBrk="0" hangingPunct="1">
        <a:lnSpc>
          <a:spcPct val="90000"/>
        </a:lnSpc>
        <a:spcBef>
          <a:spcPts val="250"/>
        </a:spcBef>
        <a:spcAft>
          <a:spcPts val="1200"/>
        </a:spcAft>
        <a:buClr>
          <a:schemeClr val="accent4"/>
        </a:buClr>
        <a:buSzPct val="150000"/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600200" indent="-365760" algn="l" defTabSz="914400" rtl="0" eaLnBrk="1" latinLnBrk="0" hangingPunct="1">
        <a:lnSpc>
          <a:spcPct val="90000"/>
        </a:lnSpc>
        <a:spcBef>
          <a:spcPts val="250"/>
        </a:spcBef>
        <a:spcAft>
          <a:spcPts val="1200"/>
        </a:spcAft>
        <a:buClr>
          <a:schemeClr val="accent4"/>
        </a:buClr>
        <a:buSzPct val="150000"/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2057400" indent="-365760" algn="l" defTabSz="914400" rtl="0" eaLnBrk="1" latinLnBrk="0" hangingPunct="1">
        <a:lnSpc>
          <a:spcPct val="90000"/>
        </a:lnSpc>
        <a:spcBef>
          <a:spcPts val="250"/>
        </a:spcBef>
        <a:spcAft>
          <a:spcPts val="1200"/>
        </a:spcAft>
        <a:buClr>
          <a:schemeClr val="accent4"/>
        </a:buClr>
        <a:buSzPct val="150000"/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cronkitenewsonline.com/2014/04/with-overabundance-of-chihuahuas-in-shelters-groups-exporting-them/index.html" TargetMode="External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creativecommons.org/licenses/by-sa/3.0/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2B49AE0-2581-DF9C-5621-E84FD439A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Capstone Exploratory Graphs</a:t>
            </a:r>
            <a:br>
              <a:rPr lang="en-US" dirty="0"/>
            </a:br>
            <a:r>
              <a:rPr lang="en-US" sz="2400" dirty="0"/>
              <a:t>By: Gabriel Castillo</a:t>
            </a:r>
            <a:endParaRPr lang="en-US" dirty="0"/>
          </a:p>
        </p:txBody>
      </p:sp>
      <p:pic>
        <p:nvPicPr>
          <p:cNvPr id="19" name="Picture Placeholder 18">
            <a:extLst>
              <a:ext uri="{FF2B5EF4-FFF2-40B4-BE49-F238E27FC236}">
                <a16:creationId xmlns:a16="http://schemas.microsoft.com/office/drawing/2014/main" id="{03B6C70D-6730-38CD-1E07-F574DBC99D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457200" y="1463580"/>
            <a:ext cx="5211763" cy="3473640"/>
          </a:xfr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ECF35C7F-553C-6796-3827-0F310F9CF858}"/>
              </a:ext>
            </a:extLst>
          </p:cNvPr>
          <p:cNvSpPr txBox="1"/>
          <p:nvPr/>
        </p:nvSpPr>
        <p:spPr>
          <a:xfrm>
            <a:off x="0" y="3052119"/>
            <a:ext cx="77187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>
                <a:hlinkClick r:id="rId3" tooltip="http://cronkitenewsonline.com/2014/04/with-overabundance-of-chihuahuas-in-shelters-groups-exporting-them/index.html"/>
              </a:rPr>
              <a:t>This Photo</a:t>
            </a:r>
            <a:r>
              <a:rPr lang="en-US" sz="900"/>
              <a:t> by Unknown Author is licensed under </a:t>
            </a:r>
            <a:r>
              <a:rPr lang="en-US" sz="900">
                <a:hlinkClick r:id="rId4" tooltip="https://creativecommons.org/licenses/by-sa/3.0/"/>
              </a:rPr>
              <a:t>CC BY-SA</a:t>
            </a:r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24180285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1883B3-5EF0-7646-6756-1B300A947A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32091"/>
            <a:ext cx="10406743" cy="578647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8B5259D-878A-7142-AAAA-8D290CBAE93A}"/>
              </a:ext>
            </a:extLst>
          </p:cNvPr>
          <p:cNvSpPr txBox="1"/>
          <p:nvPr/>
        </p:nvSpPr>
        <p:spPr>
          <a:xfrm>
            <a:off x="359228" y="385760"/>
            <a:ext cx="36508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First Visualization:</a:t>
            </a:r>
          </a:p>
        </p:txBody>
      </p:sp>
    </p:spTree>
    <p:extLst>
      <p:ext uri="{BB962C8B-B14F-4D97-AF65-F5344CB8AC3E}">
        <p14:creationId xmlns:p14="http://schemas.microsoft.com/office/powerpoint/2010/main" val="8816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C7DC8B4-9C01-0095-334E-D3A672DAFA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97429"/>
            <a:ext cx="10517803" cy="566057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9910571-136B-A097-FE9A-39D9F613E4AD}"/>
              </a:ext>
            </a:extLst>
          </p:cNvPr>
          <p:cNvSpPr txBox="1"/>
          <p:nvPr/>
        </p:nvSpPr>
        <p:spPr>
          <a:xfrm>
            <a:off x="598714" y="446314"/>
            <a:ext cx="43273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Second Visualization: </a:t>
            </a:r>
          </a:p>
        </p:txBody>
      </p:sp>
    </p:spTree>
    <p:extLst>
      <p:ext uri="{BB962C8B-B14F-4D97-AF65-F5344CB8AC3E}">
        <p14:creationId xmlns:p14="http://schemas.microsoft.com/office/powerpoint/2010/main" val="617589298"/>
      </p:ext>
    </p:extLst>
  </p:cSld>
  <p:clrMapOvr>
    <a:masterClrMapping/>
  </p:clrMapOvr>
</p:sld>
</file>

<file path=ppt/theme/theme1.xml><?xml version="1.0" encoding="utf-8"?>
<a:theme xmlns:a="http://schemas.openxmlformats.org/drawingml/2006/main" name="Frame">
  <a:themeElements>
    <a:clrScheme name="Fram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00804820_Win32_SL_V9" id="{AB7EAFCF-AD7B-47AF-BC77-07C29FDB5592}" vid="{B0D32A71-7108-4EF5-9FCC-AF5BD427BB3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133A7A3-473F-424D-B0B5-DA7EEEDC731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895BAED-01F9-4AFD-BBC9-2B10FDC55A8B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23D4E270-6D79-4411-BDD9-8D7EB6191AE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Retro research presentation</Template>
  <TotalTime>10</TotalTime>
  <Words>24</Words>
  <Application>Microsoft Office PowerPoint</Application>
  <PresentationFormat>Widescreen</PresentationFormat>
  <Paragraphs>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Corbel</vt:lpstr>
      <vt:lpstr>Wingdings 2</vt:lpstr>
      <vt:lpstr>Frame</vt:lpstr>
      <vt:lpstr>Capstone Exploratory Graphs By: Gabriel Castillo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dragon castillo</dc:creator>
  <cp:lastModifiedBy>dragon castillo</cp:lastModifiedBy>
  <cp:revision>1</cp:revision>
  <dcterms:created xsi:type="dcterms:W3CDTF">2026-03-03T23:26:36Z</dcterms:created>
  <dcterms:modified xsi:type="dcterms:W3CDTF">2026-03-03T23:41:06Z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